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handoutMasterIdLst>
    <p:handoutMasterId r:id="rId16"/>
  </p:handoutMasterIdLst>
  <p:sldIdLst>
    <p:sldId id="292" r:id="rId3"/>
    <p:sldId id="259" r:id="rId4"/>
    <p:sldId id="263" r:id="rId5"/>
    <p:sldId id="260" r:id="rId6"/>
    <p:sldId id="267" r:id="rId7"/>
    <p:sldId id="271" r:id="rId8"/>
    <p:sldId id="315" r:id="rId9"/>
    <p:sldId id="261" r:id="rId11"/>
    <p:sldId id="286" r:id="rId12"/>
    <p:sldId id="268" r:id="rId13"/>
    <p:sldId id="287" r:id="rId14"/>
    <p:sldId id="270" r:id="rId15"/>
  </p:sldIdLst>
  <p:sldSz cx="12192000" cy="6858000"/>
  <p:notesSz cx="6858000" cy="9144000"/>
  <p:custDataLst>
    <p:tags r:id="rId2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04" userDrawn="1">
          <p15:clr>
            <a:srgbClr val="A4A3A4"/>
          </p15:clr>
        </p15:guide>
        <p15:guide id="2" pos="384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ҧǿ" initials="Y" lastIdx="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0F0F0"/>
    <a:srgbClr val="8A9AB7"/>
    <a:srgbClr val="174777"/>
    <a:srgbClr val="19487C"/>
    <a:srgbClr val="FFFFFF"/>
    <a:srgbClr val="0F3156"/>
    <a:srgbClr val="DCDCDC"/>
    <a:srgbClr val="E6E6E6"/>
    <a:srgbClr val="C8C8C8"/>
    <a:srgbClr val="FAFA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78" d="100"/>
          <a:sy n="78" d="100"/>
        </p:scale>
        <p:origin x="654" y="54"/>
      </p:cViewPr>
      <p:guideLst>
        <p:guide orient="horz" pos="2104"/>
        <p:guide pos="3846"/>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tags" Target="tags/tag96.xml"/><Relationship Id="rId20" Type="http://schemas.openxmlformats.org/officeDocument/2006/relationships/commentAuthors" Target="commentAuthors.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handoutMaster" Target="handoutMasters/handoutMaster1.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rPr>
            </a:fld>
            <a:endParaRPr lang="zh-CN" altLang="en-US" smtClean="0">
              <a:latin typeface="微软雅黑" panose="020B0503020204020204" charset="-122"/>
              <a:ea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rPr>
            </a:fld>
            <a:endParaRPr lang="zh-CN" altLang="en-US" smtClean="0">
              <a:latin typeface="微软雅黑" panose="020B0503020204020204" charset="-122"/>
              <a:ea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defRPr>
            </a:lvl1pPr>
          </a:lstStyle>
          <a:p>
            <a:fld id="{1AC49D05-6128-4D0D-A32A-06A5E73B386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defRPr>
            </a:lvl1pPr>
          </a:lstStyle>
          <a:p>
            <a:fld id="{5849F42C-2DAE-424C-A4B8-3140182C3E9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600" kern="1200">
        <a:solidFill>
          <a:schemeClr val="tx1"/>
        </a:solidFill>
        <a:latin typeface="微软雅黑" panose="020B0503020204020204" charset="-122"/>
        <a:ea typeface="微软雅黑" panose="020B0503020204020204" charset="-122"/>
        <a:cs typeface="+mn-cs"/>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5" Type="http://schemas.openxmlformats.org/officeDocument/2006/relationships/tags" Target="../tags/tag11.xml"/><Relationship Id="rId4" Type="http://schemas.openxmlformats.org/officeDocument/2006/relationships/tags" Target="../tags/tag10.xml"/><Relationship Id="rId3" Type="http://schemas.openxmlformats.org/officeDocument/2006/relationships/tags" Target="../tags/tag9.xm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669882" y="2588281"/>
            <a:ext cx="10852237" cy="899167"/>
          </a:xfrm>
        </p:spPr>
        <p:txBody>
          <a:bodyPr lIns="101600" tIns="38100" rIns="25400" bIns="38100" anchor="t" anchorCtr="0">
            <a:noAutofit/>
          </a:bodyPr>
          <a:lstStyle>
            <a:lvl1pPr algn="ctr">
              <a:defRPr sz="5400" b="0" spc="600">
                <a:effectLst>
                  <a:outerShdw blurRad="38100" dist="38100" dir="2700000" algn="tl">
                    <a:srgbClr val="000000">
                      <a:alpha val="43137"/>
                    </a:srgbClr>
                  </a:outerShdw>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669882" y="3566160"/>
            <a:ext cx="10852237" cy="950984"/>
          </a:xfrm>
        </p:spPr>
        <p:txBody>
          <a:bodyPr lIns="101600" tIns="38100" rIns="76200" bIns="3810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grpSp>
        <p:nvGrpSpPr>
          <p:cNvPr id="8197" name="组合 191"/>
          <p:cNvGrpSpPr/>
          <p:nvPr userDrawn="1"/>
        </p:nvGrpSpPr>
        <p:grpSpPr>
          <a:xfrm>
            <a:off x="1270" y="5893435"/>
            <a:ext cx="12210415" cy="965835"/>
            <a:chOff x="-439247" y="8023025"/>
            <a:chExt cx="10081284" cy="2515923"/>
          </a:xfrm>
        </p:grpSpPr>
        <p:sp>
          <p:nvSpPr>
            <p:cNvPr id="185" name="Rectangle 23"/>
            <p:cNvSpPr/>
            <p:nvPr/>
          </p:nvSpPr>
          <p:spPr>
            <a:xfrm rot="5400000">
              <a:off x="3472400" y="4369190"/>
              <a:ext cx="2257333" cy="10080626"/>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rgbClr val="235188"/>
            </a:solidFill>
            <a:ln>
              <a:noFill/>
            </a:ln>
            <a:effectLst/>
          </p:spPr>
          <p:style>
            <a:lnRef idx="1">
              <a:schemeClr val="accent1"/>
            </a:lnRef>
            <a:fillRef idx="3">
              <a:schemeClr val="accent1"/>
            </a:fillRef>
            <a:effectRef idx="2">
              <a:schemeClr val="accent1"/>
            </a:effectRef>
            <a:fontRef idx="minor">
              <a:schemeClr val="lt1"/>
            </a:fontRef>
          </p:style>
        </p:sp>
        <p:sp>
          <p:nvSpPr>
            <p:cNvPr id="186" name="Rectangle 25"/>
            <p:cNvSpPr/>
            <p:nvPr/>
          </p:nvSpPr>
          <p:spPr>
            <a:xfrm rot="5400000">
              <a:off x="3629574" y="4526484"/>
              <a:ext cx="1944300" cy="10080626"/>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rgbClr val="1A5188"/>
            </a:solidFill>
            <a:ln>
              <a:noFill/>
            </a:ln>
            <a:effectLst/>
          </p:spPr>
          <p:style>
            <a:lnRef idx="1">
              <a:schemeClr val="accent1"/>
            </a:lnRef>
            <a:fillRef idx="3">
              <a:schemeClr val="accent1"/>
            </a:fillRef>
            <a:effectRef idx="2">
              <a:schemeClr val="accent1"/>
            </a:effectRef>
            <a:fontRef idx="minor">
              <a:schemeClr val="lt1"/>
            </a:fontRef>
          </p:style>
        </p:sp>
        <p:sp>
          <p:nvSpPr>
            <p:cNvPr id="187" name="Isosceles Triangle 22"/>
            <p:cNvSpPr/>
            <p:nvPr/>
          </p:nvSpPr>
          <p:spPr>
            <a:xfrm rot="5400000">
              <a:off x="1132835" y="6451601"/>
              <a:ext cx="2449818" cy="5592665"/>
            </a:xfrm>
            <a:prstGeom prst="triangle">
              <a:avLst>
                <a:gd name="adj" fmla="val 100000"/>
              </a:avLst>
            </a:prstGeom>
            <a:solidFill>
              <a:srgbClr val="174777"/>
            </a:solidFill>
            <a:ln>
              <a:noFill/>
            </a:ln>
            <a:effectLst/>
          </p:spPr>
          <p:style>
            <a:lnRef idx="1">
              <a:schemeClr val="accent1"/>
            </a:lnRef>
            <a:fillRef idx="3">
              <a:schemeClr val="accent1"/>
            </a:fillRef>
            <a:effectRef idx="2">
              <a:schemeClr val="accent1"/>
            </a:effectRef>
            <a:fontRef idx="minor">
              <a:schemeClr val="lt1"/>
            </a:fontRef>
          </p:style>
        </p:sp>
        <p:sp>
          <p:nvSpPr>
            <p:cNvPr id="188" name="Rectangle 27"/>
            <p:cNvSpPr/>
            <p:nvPr/>
          </p:nvSpPr>
          <p:spPr>
            <a:xfrm rot="5400000">
              <a:off x="3530415" y="4427325"/>
              <a:ext cx="2142619" cy="10080626"/>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rgbClr val="174777"/>
            </a:solidFill>
            <a:ln>
              <a:noFill/>
            </a:ln>
            <a:effectLst/>
          </p:spPr>
          <p:style>
            <a:lnRef idx="1">
              <a:schemeClr val="accent1"/>
            </a:lnRef>
            <a:fillRef idx="3">
              <a:schemeClr val="accent1"/>
            </a:fillRef>
            <a:effectRef idx="2">
              <a:schemeClr val="accent1"/>
            </a:effectRef>
            <a:fontRef idx="minor">
              <a:schemeClr val="lt1"/>
            </a:fontRef>
          </p:style>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Slide">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1_标题和内容">
    <p:bg>
      <p:bgPr>
        <a:blipFill rotWithShape="1">
          <a:blip r:embed="rId2"/>
          <a:stretch>
            <a:fillRect/>
          </a:stretch>
        </a:blipFill>
        <a:effectLst/>
      </p:bgPr>
    </p:bg>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grpSp>
        <p:nvGrpSpPr>
          <p:cNvPr id="11" name="组合 10"/>
          <p:cNvGrpSpPr/>
          <p:nvPr userDrawn="1"/>
        </p:nvGrpSpPr>
        <p:grpSpPr>
          <a:xfrm>
            <a:off x="3810" y="-16510"/>
            <a:ext cx="2273300" cy="2370455"/>
            <a:chOff x="6" y="-26"/>
            <a:chExt cx="3580" cy="3733"/>
          </a:xfrm>
        </p:grpSpPr>
        <p:sp>
          <p:nvSpPr>
            <p:cNvPr id="9" name="直角三角形 8"/>
            <p:cNvSpPr/>
            <p:nvPr userDrawn="1"/>
          </p:nvSpPr>
          <p:spPr>
            <a:xfrm rot="5400000">
              <a:off x="-12" y="-8"/>
              <a:ext cx="3615" cy="3580"/>
            </a:xfrm>
            <a:prstGeom prst="rtTriangl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 name="直角三角形 6"/>
            <p:cNvSpPr/>
            <p:nvPr userDrawn="1"/>
          </p:nvSpPr>
          <p:spPr>
            <a:xfrm rot="5400000">
              <a:off x="-604" y="584"/>
              <a:ext cx="3733" cy="2514"/>
            </a:xfrm>
            <a:prstGeom prst="rtTriangle">
              <a:avLst/>
            </a:prstGeom>
            <a:solidFill>
              <a:schemeClr val="accent1">
                <a:lumMod val="75000"/>
              </a:schemeClr>
            </a:solidFill>
            <a:ln>
              <a:noFill/>
            </a:ln>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2" name="组合 11"/>
          <p:cNvGrpSpPr/>
          <p:nvPr userDrawn="1"/>
        </p:nvGrpSpPr>
        <p:grpSpPr>
          <a:xfrm flipH="1" flipV="1">
            <a:off x="9912985" y="4504690"/>
            <a:ext cx="2273300" cy="2369820"/>
            <a:chOff x="5" y="-25"/>
            <a:chExt cx="3580" cy="3732"/>
          </a:xfrm>
        </p:grpSpPr>
        <p:sp>
          <p:nvSpPr>
            <p:cNvPr id="13" name="直角三角形 12"/>
            <p:cNvSpPr/>
            <p:nvPr userDrawn="1"/>
          </p:nvSpPr>
          <p:spPr>
            <a:xfrm rot="5400000">
              <a:off x="-12" y="-8"/>
              <a:ext cx="3615" cy="3580"/>
            </a:xfrm>
            <a:prstGeom prst="rtTriangl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 name="直角三角形 13"/>
            <p:cNvSpPr/>
            <p:nvPr userDrawn="1"/>
          </p:nvSpPr>
          <p:spPr>
            <a:xfrm rot="5400000">
              <a:off x="-603" y="584"/>
              <a:ext cx="3733" cy="2514"/>
            </a:xfrm>
            <a:prstGeom prst="r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2" name="矩形 1"/>
          <p:cNvSpPr/>
          <p:nvPr userDrawn="1"/>
        </p:nvSpPr>
        <p:spPr>
          <a:xfrm>
            <a:off x="107315" y="106680"/>
            <a:ext cx="11967845" cy="664718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ags" Target="../tags/tag16.xml"/><Relationship Id="rId8" Type="http://schemas.openxmlformats.org/officeDocument/2006/relationships/tags" Target="../tags/tag15.xml"/><Relationship Id="rId7" Type="http://schemas.openxmlformats.org/officeDocument/2006/relationships/tags" Target="../tags/tag14.xml"/><Relationship Id="rId66" Type="http://schemas.openxmlformats.org/officeDocument/2006/relationships/theme" Target="../theme/theme1.xml"/><Relationship Id="rId65" Type="http://schemas.openxmlformats.org/officeDocument/2006/relationships/tags" Target="../tags/tag72.xml"/><Relationship Id="rId64" Type="http://schemas.openxmlformats.org/officeDocument/2006/relationships/tags" Target="../tags/tag71.xml"/><Relationship Id="rId63" Type="http://schemas.openxmlformats.org/officeDocument/2006/relationships/tags" Target="../tags/tag70.xml"/><Relationship Id="rId62" Type="http://schemas.openxmlformats.org/officeDocument/2006/relationships/tags" Target="../tags/tag69.xml"/><Relationship Id="rId61" Type="http://schemas.openxmlformats.org/officeDocument/2006/relationships/tags" Target="../tags/tag68.xml"/><Relationship Id="rId60" Type="http://schemas.openxmlformats.org/officeDocument/2006/relationships/tags" Target="../tags/tag67.xml"/><Relationship Id="rId6" Type="http://schemas.openxmlformats.org/officeDocument/2006/relationships/tags" Target="../tags/tag13.xml"/><Relationship Id="rId59" Type="http://schemas.openxmlformats.org/officeDocument/2006/relationships/tags" Target="../tags/tag66.xml"/><Relationship Id="rId58" Type="http://schemas.openxmlformats.org/officeDocument/2006/relationships/tags" Target="../tags/tag65.xml"/><Relationship Id="rId57" Type="http://schemas.openxmlformats.org/officeDocument/2006/relationships/tags" Target="../tags/tag64.xml"/><Relationship Id="rId56" Type="http://schemas.openxmlformats.org/officeDocument/2006/relationships/tags" Target="../tags/tag63.xml"/><Relationship Id="rId55" Type="http://schemas.openxmlformats.org/officeDocument/2006/relationships/tags" Target="../tags/tag62.xml"/><Relationship Id="rId54" Type="http://schemas.openxmlformats.org/officeDocument/2006/relationships/tags" Target="../tags/tag61.xml"/><Relationship Id="rId53" Type="http://schemas.openxmlformats.org/officeDocument/2006/relationships/tags" Target="../tags/tag60.xml"/><Relationship Id="rId52" Type="http://schemas.openxmlformats.org/officeDocument/2006/relationships/tags" Target="../tags/tag59.xml"/><Relationship Id="rId51" Type="http://schemas.openxmlformats.org/officeDocument/2006/relationships/tags" Target="../tags/tag58.xml"/><Relationship Id="rId50" Type="http://schemas.openxmlformats.org/officeDocument/2006/relationships/tags" Target="../tags/tag57.xml"/><Relationship Id="rId5" Type="http://schemas.openxmlformats.org/officeDocument/2006/relationships/tags" Target="../tags/tag12.xml"/><Relationship Id="rId49" Type="http://schemas.openxmlformats.org/officeDocument/2006/relationships/tags" Target="../tags/tag56.xml"/><Relationship Id="rId48" Type="http://schemas.openxmlformats.org/officeDocument/2006/relationships/tags" Target="../tags/tag55.xml"/><Relationship Id="rId47" Type="http://schemas.openxmlformats.org/officeDocument/2006/relationships/tags" Target="../tags/tag54.xml"/><Relationship Id="rId46" Type="http://schemas.openxmlformats.org/officeDocument/2006/relationships/tags" Target="../tags/tag53.xml"/><Relationship Id="rId45" Type="http://schemas.openxmlformats.org/officeDocument/2006/relationships/tags" Target="../tags/tag52.xml"/><Relationship Id="rId44" Type="http://schemas.openxmlformats.org/officeDocument/2006/relationships/tags" Target="../tags/tag51.xml"/><Relationship Id="rId43" Type="http://schemas.openxmlformats.org/officeDocument/2006/relationships/tags" Target="../tags/tag50.xml"/><Relationship Id="rId42" Type="http://schemas.openxmlformats.org/officeDocument/2006/relationships/tags" Target="../tags/tag49.xml"/><Relationship Id="rId41" Type="http://schemas.openxmlformats.org/officeDocument/2006/relationships/tags" Target="../tags/tag48.xml"/><Relationship Id="rId40" Type="http://schemas.openxmlformats.org/officeDocument/2006/relationships/tags" Target="../tags/tag47.xml"/><Relationship Id="rId4" Type="http://schemas.openxmlformats.org/officeDocument/2006/relationships/slideLayout" Target="../slideLayouts/slideLayout4.xml"/><Relationship Id="rId39" Type="http://schemas.openxmlformats.org/officeDocument/2006/relationships/tags" Target="../tags/tag46.xml"/><Relationship Id="rId38" Type="http://schemas.openxmlformats.org/officeDocument/2006/relationships/tags" Target="../tags/tag45.xml"/><Relationship Id="rId37" Type="http://schemas.openxmlformats.org/officeDocument/2006/relationships/tags" Target="../tags/tag44.xml"/><Relationship Id="rId36" Type="http://schemas.openxmlformats.org/officeDocument/2006/relationships/tags" Target="../tags/tag43.xml"/><Relationship Id="rId35" Type="http://schemas.openxmlformats.org/officeDocument/2006/relationships/tags" Target="../tags/tag42.xml"/><Relationship Id="rId34" Type="http://schemas.openxmlformats.org/officeDocument/2006/relationships/tags" Target="../tags/tag41.xml"/><Relationship Id="rId33" Type="http://schemas.openxmlformats.org/officeDocument/2006/relationships/tags" Target="../tags/tag40.xml"/><Relationship Id="rId32" Type="http://schemas.openxmlformats.org/officeDocument/2006/relationships/tags" Target="../tags/tag39.xml"/><Relationship Id="rId31" Type="http://schemas.openxmlformats.org/officeDocument/2006/relationships/tags" Target="../tags/tag38.xml"/><Relationship Id="rId30" Type="http://schemas.openxmlformats.org/officeDocument/2006/relationships/tags" Target="../tags/tag37.xml"/><Relationship Id="rId3" Type="http://schemas.openxmlformats.org/officeDocument/2006/relationships/slideLayout" Target="../slideLayouts/slideLayout3.xml"/><Relationship Id="rId29" Type="http://schemas.openxmlformats.org/officeDocument/2006/relationships/tags" Target="../tags/tag36.xml"/><Relationship Id="rId28" Type="http://schemas.openxmlformats.org/officeDocument/2006/relationships/tags" Target="../tags/tag35.xml"/><Relationship Id="rId27" Type="http://schemas.openxmlformats.org/officeDocument/2006/relationships/tags" Target="../tags/tag34.xml"/><Relationship Id="rId26" Type="http://schemas.openxmlformats.org/officeDocument/2006/relationships/tags" Target="../tags/tag33.xml"/><Relationship Id="rId25" Type="http://schemas.openxmlformats.org/officeDocument/2006/relationships/tags" Target="../tags/tag32.xml"/><Relationship Id="rId24" Type="http://schemas.openxmlformats.org/officeDocument/2006/relationships/tags" Target="../tags/tag31.xml"/><Relationship Id="rId23" Type="http://schemas.openxmlformats.org/officeDocument/2006/relationships/tags" Target="../tags/tag30.xml"/><Relationship Id="rId22" Type="http://schemas.openxmlformats.org/officeDocument/2006/relationships/tags" Target="../tags/tag29.xml"/><Relationship Id="rId21" Type="http://schemas.openxmlformats.org/officeDocument/2006/relationships/tags" Target="../tags/tag28.xml"/><Relationship Id="rId20" Type="http://schemas.openxmlformats.org/officeDocument/2006/relationships/tags" Target="../tags/tag27.xml"/><Relationship Id="rId2" Type="http://schemas.openxmlformats.org/officeDocument/2006/relationships/slideLayout" Target="../slideLayouts/slideLayout2.xml"/><Relationship Id="rId19" Type="http://schemas.openxmlformats.org/officeDocument/2006/relationships/tags" Target="../tags/tag26.xml"/><Relationship Id="rId18" Type="http://schemas.openxmlformats.org/officeDocument/2006/relationships/tags" Target="../tags/tag25.xml"/><Relationship Id="rId17" Type="http://schemas.openxmlformats.org/officeDocument/2006/relationships/tags" Target="../tags/tag24.xml"/><Relationship Id="rId16" Type="http://schemas.openxmlformats.org/officeDocument/2006/relationships/tags" Target="../tags/tag23.xml"/><Relationship Id="rId15" Type="http://schemas.openxmlformats.org/officeDocument/2006/relationships/tags" Target="../tags/tag22.xml"/><Relationship Id="rId14" Type="http://schemas.openxmlformats.org/officeDocument/2006/relationships/tags" Target="../tags/tag21.xml"/><Relationship Id="rId13" Type="http://schemas.openxmlformats.org/officeDocument/2006/relationships/tags" Target="../tags/tag20.xml"/><Relationship Id="rId12" Type="http://schemas.openxmlformats.org/officeDocument/2006/relationships/tags" Target="../tags/tag19.xml"/><Relationship Id="rId11" Type="http://schemas.openxmlformats.org/officeDocument/2006/relationships/tags" Target="../tags/tag18.xml"/><Relationship Id="rId10" Type="http://schemas.openxmlformats.org/officeDocument/2006/relationships/tags" Target="../tags/tag17.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DCDCDC"/>
            </a:gs>
          </a:gsLst>
          <a:lin ang="5400000" scaled="0"/>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5"/>
            </p:custDataLst>
          </p:nvPr>
        </p:nvSpPr>
        <p:spPr>
          <a:xfrm>
            <a:off x="669882" y="432000"/>
            <a:ext cx="10852237" cy="648000"/>
          </a:xfrm>
          <a:prstGeom prst="rect">
            <a:avLst/>
          </a:prstGeom>
        </p:spPr>
        <p:txBody>
          <a:bodyPr vert="horz" lIns="101600" tIns="38100" rIns="76200" bIns="38100" rtlCol="0" anchor="ctr" anchorCtr="0">
            <a:no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6"/>
            </p:custDataLst>
          </p:nvPr>
        </p:nvSpPr>
        <p:spPr>
          <a:xfrm>
            <a:off x="669882" y="1296000"/>
            <a:ext cx="10852237" cy="5040000"/>
          </a:xfrm>
          <a:prstGeom prst="rect">
            <a:avLst/>
          </a:prstGeom>
        </p:spPr>
        <p:txBody>
          <a:bodyPr vert="horz" lIns="101600" tIns="0" rIns="8255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7"/>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8"/>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9"/>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dirty="0"/>
          </a:p>
        </p:txBody>
      </p:sp>
      <p:sp>
        <p:nvSpPr>
          <p:cNvPr id="7" name="KSO_TEMPLATE" hidden="1"/>
          <p:cNvSpPr/>
          <p:nvPr userDrawn="1">
            <p:custDataLst>
              <p:tags r:id="rId10"/>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9" name="组合 88"/>
          <p:cNvGrpSpPr>
            <a:grpSpLocks noChangeAspect="1"/>
          </p:cNvGrpSpPr>
          <p:nvPr userDrawn="1"/>
        </p:nvGrpSpPr>
        <p:grpSpPr>
          <a:xfrm>
            <a:off x="10716260" y="101600"/>
            <a:ext cx="1374140" cy="1374140"/>
            <a:chOff x="5172625" y="576386"/>
            <a:chExt cx="1846750" cy="1846750"/>
          </a:xfrm>
        </p:grpSpPr>
        <p:sp>
          <p:nvSpPr>
            <p:cNvPr id="87" name="椭圆 86"/>
            <p:cNvSpPr/>
            <p:nvPr>
              <p:custDataLst>
                <p:tags r:id="rId11"/>
              </p:custDataLst>
            </p:nvPr>
          </p:nvSpPr>
          <p:spPr>
            <a:xfrm>
              <a:off x="5172625" y="576386"/>
              <a:ext cx="1846750" cy="1846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îSḷîḑê"/>
            <p:cNvSpPr/>
            <p:nvPr>
              <p:custDataLst>
                <p:tags r:id="rId12"/>
              </p:custDataLst>
            </p:nvPr>
          </p:nvSpPr>
          <p:spPr bwMode="auto">
            <a:xfrm>
              <a:off x="5329629" y="703341"/>
              <a:ext cx="1534722" cy="1538704"/>
            </a:xfrm>
            <a:prstGeom prst="ellipse">
              <a:avLst/>
            </a:prstGeom>
            <a:solidFill>
              <a:srgbClr val="14378B"/>
            </a:solidFill>
            <a:ln>
              <a:noFill/>
            </a:ln>
          </p:spPr>
          <p:txBody>
            <a:bodyPr anchor="ctr"/>
            <a:p>
              <a:pPr algn="ctr"/>
            </a:p>
          </p:txBody>
        </p:sp>
        <p:sp>
          <p:nvSpPr>
            <p:cNvPr id="33" name="isḻîde"/>
            <p:cNvSpPr/>
            <p:nvPr>
              <p:custDataLst>
                <p:tags r:id="rId13"/>
              </p:custDataLst>
            </p:nvPr>
          </p:nvSpPr>
          <p:spPr bwMode="auto">
            <a:xfrm>
              <a:off x="5342905" y="724582"/>
              <a:ext cx="1501534" cy="1504187"/>
            </a:xfrm>
            <a:prstGeom prst="ellipse">
              <a:avLst/>
            </a:prstGeom>
            <a:solidFill>
              <a:srgbClr val="FFFFFF"/>
            </a:solidFill>
            <a:ln w="1588" cap="flat">
              <a:solidFill>
                <a:srgbClr val="005FAC"/>
              </a:solidFill>
              <a:prstDash val="solid"/>
              <a:miter lim="800000"/>
            </a:ln>
          </p:spPr>
          <p:txBody>
            <a:bodyPr anchor="ctr"/>
            <a:p>
              <a:pPr algn="ctr"/>
            </a:p>
          </p:txBody>
        </p:sp>
        <p:sp>
          <p:nvSpPr>
            <p:cNvPr id="34" name="ïṣľiḍê"/>
            <p:cNvSpPr/>
            <p:nvPr>
              <p:custDataLst>
                <p:tags r:id="rId14"/>
              </p:custDataLst>
            </p:nvPr>
          </p:nvSpPr>
          <p:spPr bwMode="auto">
            <a:xfrm>
              <a:off x="5482305" y="856016"/>
              <a:ext cx="1230700" cy="1233353"/>
            </a:xfrm>
            <a:prstGeom prst="ellipse">
              <a:avLst/>
            </a:prstGeom>
            <a:solidFill>
              <a:srgbClr val="14378B"/>
            </a:solidFill>
            <a:ln>
              <a:noFill/>
            </a:ln>
          </p:spPr>
          <p:txBody>
            <a:bodyPr anchor="ctr"/>
            <a:p>
              <a:pPr algn="ctr"/>
            </a:p>
          </p:txBody>
        </p:sp>
        <p:sp>
          <p:nvSpPr>
            <p:cNvPr id="35" name="iṣľîḍê"/>
            <p:cNvSpPr/>
            <p:nvPr>
              <p:custDataLst>
                <p:tags r:id="rId15"/>
              </p:custDataLst>
            </p:nvPr>
          </p:nvSpPr>
          <p:spPr bwMode="auto">
            <a:xfrm>
              <a:off x="5499564" y="871947"/>
              <a:ext cx="1196182" cy="1200162"/>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36" name="íSļiḓè"/>
            <p:cNvSpPr/>
            <p:nvPr>
              <p:custDataLst>
                <p:tags r:id="rId16"/>
              </p:custDataLst>
            </p:nvPr>
          </p:nvSpPr>
          <p:spPr bwMode="auto">
            <a:xfrm>
              <a:off x="5511511" y="885223"/>
              <a:ext cx="1172283" cy="1173611"/>
            </a:xfrm>
            <a:prstGeom prst="ellipse">
              <a:avLst/>
            </a:prstGeom>
            <a:solidFill>
              <a:srgbClr val="14378B"/>
            </a:solidFill>
            <a:ln>
              <a:noFill/>
            </a:ln>
          </p:spPr>
          <p:txBody>
            <a:bodyPr anchor="ctr"/>
            <a:p>
              <a:pPr algn="ctr"/>
            </a:p>
          </p:txBody>
        </p:sp>
        <p:sp>
          <p:nvSpPr>
            <p:cNvPr id="37" name="íṡlide"/>
            <p:cNvSpPr/>
            <p:nvPr>
              <p:custDataLst>
                <p:tags r:id="rId17"/>
              </p:custDataLst>
            </p:nvPr>
          </p:nvSpPr>
          <p:spPr bwMode="auto">
            <a:xfrm>
              <a:off x="5575238" y="1274215"/>
              <a:ext cx="456701" cy="483252"/>
            </a:xfrm>
            <a:custGeom>
              <a:avLst/>
              <a:gdLst>
                <a:gd name="T0" fmla="*/ 239 w 328"/>
                <a:gd name="T1" fmla="*/ 110 h 347"/>
                <a:gd name="T2" fmla="*/ 215 w 328"/>
                <a:gd name="T3" fmla="*/ 134 h 347"/>
                <a:gd name="T4" fmla="*/ 150 w 328"/>
                <a:gd name="T5" fmla="*/ 76 h 347"/>
                <a:gd name="T6" fmla="*/ 114 w 328"/>
                <a:gd name="T7" fmla="*/ 119 h 347"/>
                <a:gd name="T8" fmla="*/ 119 w 328"/>
                <a:gd name="T9" fmla="*/ 175 h 347"/>
                <a:gd name="T10" fmla="*/ 179 w 328"/>
                <a:gd name="T11" fmla="*/ 234 h 347"/>
                <a:gd name="T12" fmla="*/ 270 w 328"/>
                <a:gd name="T13" fmla="*/ 140 h 347"/>
                <a:gd name="T14" fmla="*/ 328 w 328"/>
                <a:gd name="T15" fmla="*/ 196 h 347"/>
                <a:gd name="T16" fmla="*/ 182 w 328"/>
                <a:gd name="T17" fmla="*/ 347 h 347"/>
                <a:gd name="T18" fmla="*/ 30 w 328"/>
                <a:gd name="T19" fmla="*/ 198 h 347"/>
                <a:gd name="T20" fmla="*/ 21 w 328"/>
                <a:gd name="T21" fmla="*/ 108 h 347"/>
                <a:gd name="T22" fmla="*/ 123 w 328"/>
                <a:gd name="T23" fmla="*/ 0 h 347"/>
                <a:gd name="T24" fmla="*/ 239 w 328"/>
                <a:gd name="T25" fmla="*/ 11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8" h="347">
                  <a:moveTo>
                    <a:pt x="239" y="110"/>
                  </a:moveTo>
                  <a:cubicBezTo>
                    <a:pt x="215" y="134"/>
                    <a:pt x="215" y="134"/>
                    <a:pt x="215" y="134"/>
                  </a:cubicBezTo>
                  <a:cubicBezTo>
                    <a:pt x="150" y="76"/>
                    <a:pt x="150" y="76"/>
                    <a:pt x="150" y="76"/>
                  </a:cubicBezTo>
                  <a:cubicBezTo>
                    <a:pt x="114" y="119"/>
                    <a:pt x="114" y="119"/>
                    <a:pt x="114" y="119"/>
                  </a:cubicBezTo>
                  <a:cubicBezTo>
                    <a:pt x="100" y="138"/>
                    <a:pt x="105" y="156"/>
                    <a:pt x="119" y="175"/>
                  </a:cubicBezTo>
                  <a:cubicBezTo>
                    <a:pt x="179" y="234"/>
                    <a:pt x="179" y="234"/>
                    <a:pt x="179" y="234"/>
                  </a:cubicBezTo>
                  <a:cubicBezTo>
                    <a:pt x="270" y="140"/>
                    <a:pt x="270" y="140"/>
                    <a:pt x="270" y="140"/>
                  </a:cubicBezTo>
                  <a:cubicBezTo>
                    <a:pt x="328" y="196"/>
                    <a:pt x="328" y="196"/>
                    <a:pt x="328" y="196"/>
                  </a:cubicBezTo>
                  <a:cubicBezTo>
                    <a:pt x="182" y="347"/>
                    <a:pt x="182" y="347"/>
                    <a:pt x="182" y="347"/>
                  </a:cubicBezTo>
                  <a:cubicBezTo>
                    <a:pt x="30" y="198"/>
                    <a:pt x="30" y="198"/>
                    <a:pt x="30" y="198"/>
                  </a:cubicBezTo>
                  <a:cubicBezTo>
                    <a:pt x="0" y="169"/>
                    <a:pt x="3" y="127"/>
                    <a:pt x="21" y="108"/>
                  </a:cubicBezTo>
                  <a:cubicBezTo>
                    <a:pt x="123" y="0"/>
                    <a:pt x="123" y="0"/>
                    <a:pt x="123" y="0"/>
                  </a:cubicBezTo>
                  <a:lnTo>
                    <a:pt x="239" y="11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38" name="ïSḻíḓè"/>
            <p:cNvSpPr/>
            <p:nvPr>
              <p:custDataLst>
                <p:tags r:id="rId18"/>
              </p:custDataLst>
            </p:nvPr>
          </p:nvSpPr>
          <p:spPr bwMode="auto">
            <a:xfrm>
              <a:off x="5771725" y="926379"/>
              <a:ext cx="645220" cy="1083333"/>
            </a:xfrm>
            <a:custGeom>
              <a:avLst/>
              <a:gdLst>
                <a:gd name="T0" fmla="*/ 203 w 463"/>
                <a:gd name="T1" fmla="*/ 462 h 776"/>
                <a:gd name="T2" fmla="*/ 59 w 463"/>
                <a:gd name="T3" fmla="*/ 612 h 776"/>
                <a:gd name="T4" fmla="*/ 176 w 463"/>
                <a:gd name="T5" fmla="*/ 733 h 776"/>
                <a:gd name="T6" fmla="*/ 298 w 463"/>
                <a:gd name="T7" fmla="*/ 732 h 776"/>
                <a:gd name="T8" fmla="*/ 463 w 463"/>
                <a:gd name="T9" fmla="*/ 565 h 776"/>
                <a:gd name="T10" fmla="*/ 101 w 463"/>
                <a:gd name="T11" fmla="*/ 217 h 776"/>
                <a:gd name="T12" fmla="*/ 181 w 463"/>
                <a:gd name="T13" fmla="*/ 130 h 776"/>
                <a:gd name="T14" fmla="*/ 245 w 463"/>
                <a:gd name="T15" fmla="*/ 125 h 776"/>
                <a:gd name="T16" fmla="*/ 346 w 463"/>
                <a:gd name="T17" fmla="*/ 221 h 776"/>
                <a:gd name="T18" fmla="*/ 252 w 463"/>
                <a:gd name="T19" fmla="*/ 316 h 776"/>
                <a:gd name="T20" fmla="*/ 277 w 463"/>
                <a:gd name="T21" fmla="*/ 342 h 776"/>
                <a:gd name="T22" fmla="*/ 426 w 463"/>
                <a:gd name="T23" fmla="*/ 191 h 776"/>
                <a:gd name="T24" fmla="*/ 290 w 463"/>
                <a:gd name="T25" fmla="*/ 56 h 776"/>
                <a:gd name="T26" fmla="*/ 131 w 463"/>
                <a:gd name="T27" fmla="*/ 74 h 776"/>
                <a:gd name="T28" fmla="*/ 0 w 463"/>
                <a:gd name="T29" fmla="*/ 218 h 776"/>
                <a:gd name="T30" fmla="*/ 357 w 463"/>
                <a:gd name="T31" fmla="*/ 567 h 776"/>
                <a:gd name="T32" fmla="*/ 287 w 463"/>
                <a:gd name="T33" fmla="*/ 636 h 776"/>
                <a:gd name="T34" fmla="*/ 211 w 463"/>
                <a:gd name="T35" fmla="*/ 654 h 776"/>
                <a:gd name="T36" fmla="*/ 141 w 463"/>
                <a:gd name="T37" fmla="*/ 584 h 776"/>
                <a:gd name="T38" fmla="*/ 233 w 463"/>
                <a:gd name="T39" fmla="*/ 490 h 776"/>
                <a:gd name="T40" fmla="*/ 203 w 463"/>
                <a:gd name="T41" fmla="*/ 462 h 7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63" h="776">
                  <a:moveTo>
                    <a:pt x="203" y="462"/>
                  </a:moveTo>
                  <a:cubicBezTo>
                    <a:pt x="59" y="612"/>
                    <a:pt x="59" y="612"/>
                    <a:pt x="59" y="612"/>
                  </a:cubicBezTo>
                  <a:cubicBezTo>
                    <a:pt x="176" y="733"/>
                    <a:pt x="176" y="733"/>
                    <a:pt x="176" y="733"/>
                  </a:cubicBezTo>
                  <a:cubicBezTo>
                    <a:pt x="215" y="773"/>
                    <a:pt x="250" y="776"/>
                    <a:pt x="298" y="732"/>
                  </a:cubicBezTo>
                  <a:cubicBezTo>
                    <a:pt x="463" y="565"/>
                    <a:pt x="463" y="565"/>
                    <a:pt x="463" y="565"/>
                  </a:cubicBezTo>
                  <a:cubicBezTo>
                    <a:pt x="101" y="217"/>
                    <a:pt x="101" y="217"/>
                    <a:pt x="101" y="217"/>
                  </a:cubicBezTo>
                  <a:cubicBezTo>
                    <a:pt x="181" y="130"/>
                    <a:pt x="181" y="130"/>
                    <a:pt x="181" y="130"/>
                  </a:cubicBezTo>
                  <a:cubicBezTo>
                    <a:pt x="181" y="130"/>
                    <a:pt x="211" y="102"/>
                    <a:pt x="245" y="125"/>
                  </a:cubicBezTo>
                  <a:cubicBezTo>
                    <a:pt x="279" y="149"/>
                    <a:pt x="347" y="219"/>
                    <a:pt x="346" y="221"/>
                  </a:cubicBezTo>
                  <a:cubicBezTo>
                    <a:pt x="252" y="316"/>
                    <a:pt x="252" y="316"/>
                    <a:pt x="252" y="316"/>
                  </a:cubicBezTo>
                  <a:cubicBezTo>
                    <a:pt x="277" y="342"/>
                    <a:pt x="277" y="342"/>
                    <a:pt x="277" y="342"/>
                  </a:cubicBezTo>
                  <a:cubicBezTo>
                    <a:pt x="426" y="191"/>
                    <a:pt x="426" y="191"/>
                    <a:pt x="426" y="191"/>
                  </a:cubicBezTo>
                  <a:cubicBezTo>
                    <a:pt x="290" y="56"/>
                    <a:pt x="290" y="56"/>
                    <a:pt x="290" y="56"/>
                  </a:cubicBezTo>
                  <a:cubicBezTo>
                    <a:pt x="229" y="0"/>
                    <a:pt x="186" y="7"/>
                    <a:pt x="131" y="74"/>
                  </a:cubicBezTo>
                  <a:cubicBezTo>
                    <a:pt x="0" y="218"/>
                    <a:pt x="0" y="218"/>
                    <a:pt x="0" y="218"/>
                  </a:cubicBezTo>
                  <a:cubicBezTo>
                    <a:pt x="357" y="567"/>
                    <a:pt x="357" y="567"/>
                    <a:pt x="357" y="567"/>
                  </a:cubicBezTo>
                  <a:cubicBezTo>
                    <a:pt x="287" y="636"/>
                    <a:pt x="287" y="636"/>
                    <a:pt x="287" y="636"/>
                  </a:cubicBezTo>
                  <a:cubicBezTo>
                    <a:pt x="262" y="660"/>
                    <a:pt x="228" y="669"/>
                    <a:pt x="211" y="654"/>
                  </a:cubicBezTo>
                  <a:cubicBezTo>
                    <a:pt x="141" y="584"/>
                    <a:pt x="141" y="584"/>
                    <a:pt x="141" y="584"/>
                  </a:cubicBezTo>
                  <a:cubicBezTo>
                    <a:pt x="233" y="490"/>
                    <a:pt x="233" y="490"/>
                    <a:pt x="233" y="490"/>
                  </a:cubicBezTo>
                  <a:lnTo>
                    <a:pt x="203" y="46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39" name="ïṡḻiḋé"/>
            <p:cNvSpPr/>
            <p:nvPr>
              <p:custDataLst>
                <p:tags r:id="rId19"/>
              </p:custDataLst>
            </p:nvPr>
          </p:nvSpPr>
          <p:spPr bwMode="auto">
            <a:xfrm>
              <a:off x="6187269" y="1222439"/>
              <a:ext cx="436786" cy="463337"/>
            </a:xfrm>
            <a:custGeom>
              <a:avLst/>
              <a:gdLst>
                <a:gd name="T0" fmla="*/ 26 w 314"/>
                <a:gd name="T1" fmla="*/ 129 h 332"/>
                <a:gd name="T2" fmla="*/ 0 w 314"/>
                <a:gd name="T3" fmla="*/ 154 h 332"/>
                <a:gd name="T4" fmla="*/ 183 w 314"/>
                <a:gd name="T5" fmla="*/ 332 h 332"/>
                <a:gd name="T6" fmla="*/ 292 w 314"/>
                <a:gd name="T7" fmla="*/ 219 h 332"/>
                <a:gd name="T8" fmla="*/ 281 w 314"/>
                <a:gd name="T9" fmla="*/ 126 h 332"/>
                <a:gd name="T10" fmla="*/ 151 w 314"/>
                <a:gd name="T11" fmla="*/ 0 h 332"/>
                <a:gd name="T12" fmla="*/ 96 w 314"/>
                <a:gd name="T13" fmla="*/ 57 h 332"/>
                <a:gd name="T14" fmla="*/ 169 w 314"/>
                <a:gd name="T15" fmla="*/ 125 h 332"/>
                <a:gd name="T16" fmla="*/ 200 w 314"/>
                <a:gd name="T17" fmla="*/ 202 h 332"/>
                <a:gd name="T18" fmla="*/ 155 w 314"/>
                <a:gd name="T19" fmla="*/ 254 h 332"/>
                <a:gd name="T20" fmla="*/ 26 w 314"/>
                <a:gd name="T21" fmla="*/ 129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4" h="332">
                  <a:moveTo>
                    <a:pt x="26" y="129"/>
                  </a:moveTo>
                  <a:cubicBezTo>
                    <a:pt x="0" y="154"/>
                    <a:pt x="0" y="154"/>
                    <a:pt x="0" y="154"/>
                  </a:cubicBezTo>
                  <a:cubicBezTo>
                    <a:pt x="183" y="332"/>
                    <a:pt x="183" y="332"/>
                    <a:pt x="183" y="332"/>
                  </a:cubicBezTo>
                  <a:cubicBezTo>
                    <a:pt x="292" y="219"/>
                    <a:pt x="292" y="219"/>
                    <a:pt x="292" y="219"/>
                  </a:cubicBezTo>
                  <a:cubicBezTo>
                    <a:pt x="314" y="198"/>
                    <a:pt x="302" y="144"/>
                    <a:pt x="281" y="126"/>
                  </a:cubicBezTo>
                  <a:cubicBezTo>
                    <a:pt x="151" y="0"/>
                    <a:pt x="151" y="0"/>
                    <a:pt x="151" y="0"/>
                  </a:cubicBezTo>
                  <a:cubicBezTo>
                    <a:pt x="96" y="57"/>
                    <a:pt x="96" y="57"/>
                    <a:pt x="96" y="57"/>
                  </a:cubicBezTo>
                  <a:cubicBezTo>
                    <a:pt x="169" y="125"/>
                    <a:pt x="169" y="125"/>
                    <a:pt x="169" y="125"/>
                  </a:cubicBezTo>
                  <a:cubicBezTo>
                    <a:pt x="197" y="151"/>
                    <a:pt x="213" y="182"/>
                    <a:pt x="200" y="202"/>
                  </a:cubicBezTo>
                  <a:cubicBezTo>
                    <a:pt x="155" y="254"/>
                    <a:pt x="155" y="254"/>
                    <a:pt x="155" y="254"/>
                  </a:cubicBezTo>
                  <a:lnTo>
                    <a:pt x="26" y="129"/>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p>
              <a:pPr algn="ctr"/>
            </a:p>
          </p:txBody>
        </p:sp>
        <p:sp>
          <p:nvSpPr>
            <p:cNvPr id="40" name="ïŝḻíḑè"/>
            <p:cNvSpPr/>
            <p:nvPr>
              <p:custDataLst>
                <p:tags r:id="rId20"/>
              </p:custDataLst>
            </p:nvPr>
          </p:nvSpPr>
          <p:spPr bwMode="auto">
            <a:xfrm>
              <a:off x="5417252" y="1750828"/>
              <a:ext cx="136745" cy="73018"/>
            </a:xfrm>
            <a:custGeom>
              <a:avLst/>
              <a:gdLst>
                <a:gd name="T0" fmla="*/ 7 w 98"/>
                <a:gd name="T1" fmla="*/ 52 h 52"/>
                <a:gd name="T2" fmla="*/ 12 w 98"/>
                <a:gd name="T3" fmla="*/ 46 h 52"/>
                <a:gd name="T4" fmla="*/ 95 w 98"/>
                <a:gd name="T5" fmla="*/ 4 h 52"/>
                <a:gd name="T6" fmla="*/ 98 w 98"/>
                <a:gd name="T7" fmla="*/ 4 h 52"/>
                <a:gd name="T8" fmla="*/ 96 w 98"/>
                <a:gd name="T9" fmla="*/ 0 h 52"/>
                <a:gd name="T10" fmla="*/ 94 w 98"/>
                <a:gd name="T11" fmla="*/ 1 h 52"/>
                <a:gd name="T12" fmla="*/ 7 w 98"/>
                <a:gd name="T13" fmla="*/ 38 h 52"/>
                <a:gd name="T14" fmla="*/ 0 w 98"/>
                <a:gd name="T15" fmla="*/ 39 h 52"/>
                <a:gd name="T16" fmla="*/ 7 w 98"/>
                <a:gd name="T17"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52">
                  <a:moveTo>
                    <a:pt x="7" y="52"/>
                  </a:moveTo>
                  <a:cubicBezTo>
                    <a:pt x="5" y="48"/>
                    <a:pt x="7" y="48"/>
                    <a:pt x="12" y="46"/>
                  </a:cubicBezTo>
                  <a:cubicBezTo>
                    <a:pt x="95" y="4"/>
                    <a:pt x="95" y="4"/>
                    <a:pt x="95" y="4"/>
                  </a:cubicBezTo>
                  <a:cubicBezTo>
                    <a:pt x="96" y="4"/>
                    <a:pt x="97" y="3"/>
                    <a:pt x="98" y="4"/>
                  </a:cubicBezTo>
                  <a:cubicBezTo>
                    <a:pt x="96" y="0"/>
                    <a:pt x="96" y="0"/>
                    <a:pt x="96" y="0"/>
                  </a:cubicBezTo>
                  <a:cubicBezTo>
                    <a:pt x="96" y="0"/>
                    <a:pt x="95" y="1"/>
                    <a:pt x="94" y="1"/>
                  </a:cubicBezTo>
                  <a:cubicBezTo>
                    <a:pt x="7" y="38"/>
                    <a:pt x="7" y="38"/>
                    <a:pt x="7" y="38"/>
                  </a:cubicBezTo>
                  <a:cubicBezTo>
                    <a:pt x="3" y="40"/>
                    <a:pt x="2" y="42"/>
                    <a:pt x="0" y="39"/>
                  </a:cubicBezTo>
                  <a:lnTo>
                    <a:pt x="7" y="52"/>
                  </a:lnTo>
                  <a:close/>
                </a:path>
              </a:pathLst>
            </a:custGeom>
            <a:solidFill>
              <a:srgbClr val="14378B"/>
            </a:solidFill>
            <a:ln>
              <a:noFill/>
            </a:ln>
          </p:spPr>
          <p:txBody>
            <a:bodyPr anchor="ctr"/>
            <a:p>
              <a:pPr algn="ctr"/>
            </a:p>
          </p:txBody>
        </p:sp>
        <p:sp>
          <p:nvSpPr>
            <p:cNvPr id="41" name="îsḷïdé"/>
            <p:cNvSpPr/>
            <p:nvPr>
              <p:custDataLst>
                <p:tags r:id="rId21"/>
              </p:custDataLst>
            </p:nvPr>
          </p:nvSpPr>
          <p:spPr bwMode="auto">
            <a:xfrm>
              <a:off x="5438493" y="1773398"/>
              <a:ext cx="128779" cy="80984"/>
            </a:xfrm>
            <a:custGeom>
              <a:avLst/>
              <a:gdLst>
                <a:gd name="T0" fmla="*/ 4 w 93"/>
                <a:gd name="T1" fmla="*/ 58 h 58"/>
                <a:gd name="T2" fmla="*/ 5 w 93"/>
                <a:gd name="T3" fmla="*/ 56 h 58"/>
                <a:gd name="T4" fmla="*/ 92 w 93"/>
                <a:gd name="T5" fmla="*/ 6 h 58"/>
                <a:gd name="T6" fmla="*/ 93 w 93"/>
                <a:gd name="T7" fmla="*/ 6 h 58"/>
                <a:gd name="T8" fmla="*/ 89 w 93"/>
                <a:gd name="T9" fmla="*/ 0 h 58"/>
                <a:gd name="T10" fmla="*/ 88 w 93"/>
                <a:gd name="T11" fmla="*/ 1 h 58"/>
                <a:gd name="T12" fmla="*/ 4 w 93"/>
                <a:gd name="T13" fmla="*/ 51 h 58"/>
                <a:gd name="T14" fmla="*/ 0 w 93"/>
                <a:gd name="T15" fmla="*/ 51 h 58"/>
                <a:gd name="T16" fmla="*/ 4 w 93"/>
                <a:gd name="T17" fmla="*/ 58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 h="58">
                  <a:moveTo>
                    <a:pt x="4" y="58"/>
                  </a:moveTo>
                  <a:cubicBezTo>
                    <a:pt x="4" y="57"/>
                    <a:pt x="4" y="57"/>
                    <a:pt x="5" y="56"/>
                  </a:cubicBezTo>
                  <a:cubicBezTo>
                    <a:pt x="30" y="41"/>
                    <a:pt x="67" y="21"/>
                    <a:pt x="92" y="6"/>
                  </a:cubicBezTo>
                  <a:cubicBezTo>
                    <a:pt x="92" y="5"/>
                    <a:pt x="93" y="5"/>
                    <a:pt x="93" y="6"/>
                  </a:cubicBezTo>
                  <a:cubicBezTo>
                    <a:pt x="89" y="0"/>
                    <a:pt x="89" y="0"/>
                    <a:pt x="89" y="0"/>
                  </a:cubicBezTo>
                  <a:cubicBezTo>
                    <a:pt x="90" y="0"/>
                    <a:pt x="89" y="1"/>
                    <a:pt x="88" y="1"/>
                  </a:cubicBezTo>
                  <a:cubicBezTo>
                    <a:pt x="4" y="51"/>
                    <a:pt x="4" y="51"/>
                    <a:pt x="4" y="51"/>
                  </a:cubicBezTo>
                  <a:cubicBezTo>
                    <a:pt x="2" y="52"/>
                    <a:pt x="1" y="52"/>
                    <a:pt x="0" y="51"/>
                  </a:cubicBezTo>
                  <a:lnTo>
                    <a:pt x="4" y="58"/>
                  </a:lnTo>
                  <a:close/>
                </a:path>
              </a:pathLst>
            </a:custGeom>
            <a:solidFill>
              <a:srgbClr val="14378B"/>
            </a:solidFill>
            <a:ln>
              <a:noFill/>
            </a:ln>
          </p:spPr>
          <p:txBody>
            <a:bodyPr anchor="ctr"/>
            <a:p>
              <a:pPr algn="ctr"/>
            </a:p>
          </p:txBody>
        </p:sp>
        <p:sp>
          <p:nvSpPr>
            <p:cNvPr id="42" name="íşľîdé"/>
            <p:cNvSpPr/>
            <p:nvPr>
              <p:custDataLst>
                <p:tags r:id="rId22"/>
              </p:custDataLst>
            </p:nvPr>
          </p:nvSpPr>
          <p:spPr bwMode="auto">
            <a:xfrm>
              <a:off x="5457079" y="1795968"/>
              <a:ext cx="127450" cy="91607"/>
            </a:xfrm>
            <a:custGeom>
              <a:avLst/>
              <a:gdLst>
                <a:gd name="T0" fmla="*/ 5 w 91"/>
                <a:gd name="T1" fmla="*/ 66 h 66"/>
                <a:gd name="T2" fmla="*/ 7 w 91"/>
                <a:gd name="T3" fmla="*/ 62 h 66"/>
                <a:gd name="T4" fmla="*/ 86 w 91"/>
                <a:gd name="T5" fmla="*/ 11 h 66"/>
                <a:gd name="T6" fmla="*/ 91 w 91"/>
                <a:gd name="T7" fmla="*/ 11 h 66"/>
                <a:gd name="T8" fmla="*/ 84 w 91"/>
                <a:gd name="T9" fmla="*/ 0 h 66"/>
                <a:gd name="T10" fmla="*/ 81 w 91"/>
                <a:gd name="T11" fmla="*/ 5 h 66"/>
                <a:gd name="T12" fmla="*/ 3 w 91"/>
                <a:gd name="T13" fmla="*/ 58 h 66"/>
                <a:gd name="T14" fmla="*/ 0 w 91"/>
                <a:gd name="T15" fmla="*/ 58 h 66"/>
                <a:gd name="T16" fmla="*/ 5 w 91"/>
                <a:gd name="T17" fmla="*/ 6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1" h="66">
                  <a:moveTo>
                    <a:pt x="5" y="66"/>
                  </a:moveTo>
                  <a:cubicBezTo>
                    <a:pt x="4" y="65"/>
                    <a:pt x="5" y="64"/>
                    <a:pt x="7" y="62"/>
                  </a:cubicBezTo>
                  <a:cubicBezTo>
                    <a:pt x="86" y="11"/>
                    <a:pt x="86" y="11"/>
                    <a:pt x="86" y="11"/>
                  </a:cubicBezTo>
                  <a:cubicBezTo>
                    <a:pt x="88" y="10"/>
                    <a:pt x="90" y="10"/>
                    <a:pt x="91" y="11"/>
                  </a:cubicBezTo>
                  <a:cubicBezTo>
                    <a:pt x="84" y="0"/>
                    <a:pt x="84" y="0"/>
                    <a:pt x="84" y="0"/>
                  </a:cubicBezTo>
                  <a:cubicBezTo>
                    <a:pt x="85" y="2"/>
                    <a:pt x="83" y="3"/>
                    <a:pt x="81" y="5"/>
                  </a:cubicBezTo>
                  <a:cubicBezTo>
                    <a:pt x="3" y="58"/>
                    <a:pt x="3" y="58"/>
                    <a:pt x="3" y="58"/>
                  </a:cubicBezTo>
                  <a:cubicBezTo>
                    <a:pt x="2" y="58"/>
                    <a:pt x="1" y="59"/>
                    <a:pt x="0" y="58"/>
                  </a:cubicBezTo>
                  <a:lnTo>
                    <a:pt x="5" y="66"/>
                  </a:lnTo>
                  <a:close/>
                </a:path>
              </a:pathLst>
            </a:custGeom>
            <a:solidFill>
              <a:srgbClr val="14378B"/>
            </a:solidFill>
            <a:ln>
              <a:noFill/>
            </a:ln>
          </p:spPr>
          <p:txBody>
            <a:bodyPr anchor="ctr"/>
            <a:p>
              <a:pPr algn="ctr"/>
            </a:p>
          </p:txBody>
        </p:sp>
        <p:sp>
          <p:nvSpPr>
            <p:cNvPr id="9" name="ïṧļídè"/>
            <p:cNvSpPr/>
            <p:nvPr>
              <p:custDataLst>
                <p:tags r:id="rId23"/>
              </p:custDataLst>
            </p:nvPr>
          </p:nvSpPr>
          <p:spPr bwMode="auto">
            <a:xfrm>
              <a:off x="5479649" y="1825175"/>
              <a:ext cx="122140" cy="95588"/>
            </a:xfrm>
            <a:custGeom>
              <a:avLst/>
              <a:gdLst>
                <a:gd name="T0" fmla="*/ 0 w 88"/>
                <a:gd name="T1" fmla="*/ 61 h 69"/>
                <a:gd name="T2" fmla="*/ 3 w 88"/>
                <a:gd name="T3" fmla="*/ 61 h 69"/>
                <a:gd name="T4" fmla="*/ 81 w 88"/>
                <a:gd name="T5" fmla="*/ 4 h 69"/>
                <a:gd name="T6" fmla="*/ 83 w 88"/>
                <a:gd name="T7" fmla="*/ 0 h 69"/>
                <a:gd name="T8" fmla="*/ 88 w 88"/>
                <a:gd name="T9" fmla="*/ 7 h 69"/>
                <a:gd name="T10" fmla="*/ 85 w 88"/>
                <a:gd name="T11" fmla="*/ 7 h 69"/>
                <a:gd name="T12" fmla="*/ 7 w 88"/>
                <a:gd name="T13" fmla="*/ 66 h 69"/>
                <a:gd name="T14" fmla="*/ 6 w 88"/>
                <a:gd name="T15" fmla="*/ 69 h 69"/>
                <a:gd name="T16" fmla="*/ 0 w 88"/>
                <a:gd name="T17" fmla="*/ 61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8" h="69">
                  <a:moveTo>
                    <a:pt x="0" y="61"/>
                  </a:moveTo>
                  <a:cubicBezTo>
                    <a:pt x="1" y="62"/>
                    <a:pt x="2" y="62"/>
                    <a:pt x="3" y="61"/>
                  </a:cubicBezTo>
                  <a:cubicBezTo>
                    <a:pt x="81" y="4"/>
                    <a:pt x="81" y="4"/>
                    <a:pt x="81" y="4"/>
                  </a:cubicBezTo>
                  <a:cubicBezTo>
                    <a:pt x="83" y="3"/>
                    <a:pt x="84" y="2"/>
                    <a:pt x="83" y="0"/>
                  </a:cubicBezTo>
                  <a:cubicBezTo>
                    <a:pt x="88" y="7"/>
                    <a:pt x="88" y="7"/>
                    <a:pt x="88" y="7"/>
                  </a:cubicBezTo>
                  <a:cubicBezTo>
                    <a:pt x="87" y="6"/>
                    <a:pt x="86" y="6"/>
                    <a:pt x="85" y="7"/>
                  </a:cubicBezTo>
                  <a:cubicBezTo>
                    <a:pt x="63" y="22"/>
                    <a:pt x="27" y="49"/>
                    <a:pt x="7" y="66"/>
                  </a:cubicBezTo>
                  <a:cubicBezTo>
                    <a:pt x="5" y="67"/>
                    <a:pt x="5" y="68"/>
                    <a:pt x="6" y="69"/>
                  </a:cubicBezTo>
                  <a:lnTo>
                    <a:pt x="0" y="61"/>
                  </a:lnTo>
                  <a:close/>
                </a:path>
              </a:pathLst>
            </a:custGeom>
            <a:solidFill>
              <a:srgbClr val="14378B"/>
            </a:solidFill>
            <a:ln>
              <a:noFill/>
            </a:ln>
          </p:spPr>
          <p:txBody>
            <a:bodyPr anchor="ctr"/>
            <a:p>
              <a:pPr algn="ctr"/>
            </a:p>
          </p:txBody>
        </p:sp>
        <p:sp>
          <p:nvSpPr>
            <p:cNvPr id="10" name="ïŝḻiḑe"/>
            <p:cNvSpPr/>
            <p:nvPr>
              <p:custDataLst>
                <p:tags r:id="rId24"/>
              </p:custDataLst>
            </p:nvPr>
          </p:nvSpPr>
          <p:spPr bwMode="auto">
            <a:xfrm>
              <a:off x="5524790" y="1865002"/>
              <a:ext cx="118159" cy="120814"/>
            </a:xfrm>
            <a:custGeom>
              <a:avLst/>
              <a:gdLst>
                <a:gd name="T0" fmla="*/ 0 w 85"/>
                <a:gd name="T1" fmla="*/ 72 h 86"/>
                <a:gd name="T2" fmla="*/ 7 w 85"/>
                <a:gd name="T3" fmla="*/ 70 h 86"/>
                <a:gd name="T4" fmla="*/ 68 w 85"/>
                <a:gd name="T5" fmla="*/ 16 h 86"/>
                <a:gd name="T6" fmla="*/ 76 w 85"/>
                <a:gd name="T7" fmla="*/ 3 h 86"/>
                <a:gd name="T8" fmla="*/ 83 w 85"/>
                <a:gd name="T9" fmla="*/ 9 h 86"/>
                <a:gd name="T10" fmla="*/ 85 w 85"/>
                <a:gd name="T11" fmla="*/ 13 h 86"/>
                <a:gd name="T12" fmla="*/ 77 w 85"/>
                <a:gd name="T13" fmla="*/ 16 h 86"/>
                <a:gd name="T14" fmla="*/ 15 w 85"/>
                <a:gd name="T15" fmla="*/ 75 h 86"/>
                <a:gd name="T16" fmla="*/ 10 w 85"/>
                <a:gd name="T17" fmla="*/ 83 h 86"/>
                <a:gd name="T18" fmla="*/ 0 w 85"/>
                <a:gd name="T19" fmla="*/ 72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 h="86">
                  <a:moveTo>
                    <a:pt x="0" y="72"/>
                  </a:moveTo>
                  <a:cubicBezTo>
                    <a:pt x="0" y="72"/>
                    <a:pt x="3" y="74"/>
                    <a:pt x="7" y="70"/>
                  </a:cubicBezTo>
                  <a:cubicBezTo>
                    <a:pt x="12" y="67"/>
                    <a:pt x="68" y="16"/>
                    <a:pt x="68" y="16"/>
                  </a:cubicBezTo>
                  <a:cubicBezTo>
                    <a:pt x="68" y="16"/>
                    <a:pt x="78" y="7"/>
                    <a:pt x="76" y="3"/>
                  </a:cubicBezTo>
                  <a:cubicBezTo>
                    <a:pt x="74" y="0"/>
                    <a:pt x="83" y="9"/>
                    <a:pt x="83" y="9"/>
                  </a:cubicBezTo>
                  <a:cubicBezTo>
                    <a:pt x="85" y="13"/>
                    <a:pt x="85" y="13"/>
                    <a:pt x="85" y="13"/>
                  </a:cubicBezTo>
                  <a:cubicBezTo>
                    <a:pt x="85" y="13"/>
                    <a:pt x="82" y="12"/>
                    <a:pt x="77" y="16"/>
                  </a:cubicBezTo>
                  <a:cubicBezTo>
                    <a:pt x="72" y="21"/>
                    <a:pt x="15" y="75"/>
                    <a:pt x="15" y="75"/>
                  </a:cubicBezTo>
                  <a:cubicBezTo>
                    <a:pt x="15" y="75"/>
                    <a:pt x="10" y="79"/>
                    <a:pt x="10" y="83"/>
                  </a:cubicBezTo>
                  <a:cubicBezTo>
                    <a:pt x="10" y="86"/>
                    <a:pt x="0" y="72"/>
                    <a:pt x="0" y="72"/>
                  </a:cubicBezTo>
                  <a:close/>
                </a:path>
              </a:pathLst>
            </a:custGeom>
            <a:solidFill>
              <a:srgbClr val="14378B"/>
            </a:solidFill>
            <a:ln>
              <a:noFill/>
            </a:ln>
          </p:spPr>
          <p:txBody>
            <a:bodyPr anchor="ctr"/>
            <a:p>
              <a:pPr algn="ctr"/>
            </a:p>
          </p:txBody>
        </p:sp>
        <p:sp>
          <p:nvSpPr>
            <p:cNvPr id="11" name="i$ḷïḋe"/>
            <p:cNvSpPr/>
            <p:nvPr>
              <p:custDataLst>
                <p:tags r:id="rId25"/>
              </p:custDataLst>
            </p:nvPr>
          </p:nvSpPr>
          <p:spPr bwMode="auto">
            <a:xfrm>
              <a:off x="5550013" y="1894212"/>
              <a:ext cx="118159" cy="123469"/>
            </a:xfrm>
            <a:custGeom>
              <a:avLst/>
              <a:gdLst>
                <a:gd name="T0" fmla="*/ 0 w 85"/>
                <a:gd name="T1" fmla="*/ 75 h 88"/>
                <a:gd name="T2" fmla="*/ 7 w 85"/>
                <a:gd name="T3" fmla="*/ 73 h 88"/>
                <a:gd name="T4" fmla="*/ 73 w 85"/>
                <a:gd name="T5" fmla="*/ 11 h 88"/>
                <a:gd name="T6" fmla="*/ 76 w 85"/>
                <a:gd name="T7" fmla="*/ 3 h 88"/>
                <a:gd name="T8" fmla="*/ 82 w 85"/>
                <a:gd name="T9" fmla="*/ 8 h 88"/>
                <a:gd name="T10" fmla="*/ 85 w 85"/>
                <a:gd name="T11" fmla="*/ 13 h 88"/>
                <a:gd name="T12" fmla="*/ 77 w 85"/>
                <a:gd name="T13" fmla="*/ 16 h 88"/>
                <a:gd name="T14" fmla="*/ 14 w 85"/>
                <a:gd name="T15" fmla="*/ 77 h 88"/>
                <a:gd name="T16" fmla="*/ 10 w 85"/>
                <a:gd name="T17" fmla="*/ 85 h 88"/>
                <a:gd name="T18" fmla="*/ 0 w 85"/>
                <a:gd name="T19" fmla="*/ 75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 h="88">
                  <a:moveTo>
                    <a:pt x="0" y="75"/>
                  </a:moveTo>
                  <a:cubicBezTo>
                    <a:pt x="0" y="75"/>
                    <a:pt x="3" y="77"/>
                    <a:pt x="7" y="73"/>
                  </a:cubicBezTo>
                  <a:cubicBezTo>
                    <a:pt x="11" y="69"/>
                    <a:pt x="73" y="11"/>
                    <a:pt x="73" y="11"/>
                  </a:cubicBezTo>
                  <a:cubicBezTo>
                    <a:pt x="73" y="11"/>
                    <a:pt x="78" y="6"/>
                    <a:pt x="76" y="3"/>
                  </a:cubicBezTo>
                  <a:cubicBezTo>
                    <a:pt x="74" y="0"/>
                    <a:pt x="82" y="8"/>
                    <a:pt x="82" y="8"/>
                  </a:cubicBezTo>
                  <a:cubicBezTo>
                    <a:pt x="85" y="13"/>
                    <a:pt x="85" y="13"/>
                    <a:pt x="85" y="13"/>
                  </a:cubicBezTo>
                  <a:cubicBezTo>
                    <a:pt x="85" y="13"/>
                    <a:pt x="82" y="11"/>
                    <a:pt x="77" y="16"/>
                  </a:cubicBezTo>
                  <a:cubicBezTo>
                    <a:pt x="72" y="21"/>
                    <a:pt x="14" y="77"/>
                    <a:pt x="14" y="77"/>
                  </a:cubicBezTo>
                  <a:cubicBezTo>
                    <a:pt x="14" y="77"/>
                    <a:pt x="10" y="81"/>
                    <a:pt x="10" y="85"/>
                  </a:cubicBezTo>
                  <a:cubicBezTo>
                    <a:pt x="10" y="88"/>
                    <a:pt x="0" y="75"/>
                    <a:pt x="0" y="75"/>
                  </a:cubicBezTo>
                  <a:close/>
                </a:path>
              </a:pathLst>
            </a:custGeom>
            <a:solidFill>
              <a:srgbClr val="14378B"/>
            </a:solidFill>
            <a:ln>
              <a:noFill/>
            </a:ln>
          </p:spPr>
          <p:txBody>
            <a:bodyPr anchor="ctr"/>
            <a:p>
              <a:pPr algn="ctr"/>
            </a:p>
          </p:txBody>
        </p:sp>
        <p:sp>
          <p:nvSpPr>
            <p:cNvPr id="12" name="î$ḷïḑê"/>
            <p:cNvSpPr/>
            <p:nvPr>
              <p:custDataLst>
                <p:tags r:id="rId26"/>
              </p:custDataLst>
            </p:nvPr>
          </p:nvSpPr>
          <p:spPr bwMode="auto">
            <a:xfrm>
              <a:off x="5575238" y="1916779"/>
              <a:ext cx="114175" cy="127450"/>
            </a:xfrm>
            <a:custGeom>
              <a:avLst/>
              <a:gdLst>
                <a:gd name="T0" fmla="*/ 0 w 82"/>
                <a:gd name="T1" fmla="*/ 78 h 91"/>
                <a:gd name="T2" fmla="*/ 7 w 82"/>
                <a:gd name="T3" fmla="*/ 76 h 91"/>
                <a:gd name="T4" fmla="*/ 70 w 82"/>
                <a:gd name="T5" fmla="*/ 11 h 91"/>
                <a:gd name="T6" fmla="*/ 73 w 82"/>
                <a:gd name="T7" fmla="*/ 3 h 91"/>
                <a:gd name="T8" fmla="*/ 79 w 82"/>
                <a:gd name="T9" fmla="*/ 7 h 91"/>
                <a:gd name="T10" fmla="*/ 82 w 82"/>
                <a:gd name="T11" fmla="*/ 11 h 91"/>
                <a:gd name="T12" fmla="*/ 74 w 82"/>
                <a:gd name="T13" fmla="*/ 15 h 91"/>
                <a:gd name="T14" fmla="*/ 14 w 82"/>
                <a:gd name="T15" fmla="*/ 79 h 91"/>
                <a:gd name="T16" fmla="*/ 11 w 82"/>
                <a:gd name="T17" fmla="*/ 87 h 91"/>
                <a:gd name="T18" fmla="*/ 0 w 82"/>
                <a:gd name="T19" fmla="*/ 78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2" h="91">
                  <a:moveTo>
                    <a:pt x="0" y="78"/>
                  </a:moveTo>
                  <a:cubicBezTo>
                    <a:pt x="0" y="78"/>
                    <a:pt x="3" y="80"/>
                    <a:pt x="7" y="76"/>
                  </a:cubicBezTo>
                  <a:cubicBezTo>
                    <a:pt x="11" y="71"/>
                    <a:pt x="70" y="11"/>
                    <a:pt x="70" y="11"/>
                  </a:cubicBezTo>
                  <a:cubicBezTo>
                    <a:pt x="70" y="11"/>
                    <a:pt x="75" y="5"/>
                    <a:pt x="73" y="3"/>
                  </a:cubicBezTo>
                  <a:cubicBezTo>
                    <a:pt x="70" y="0"/>
                    <a:pt x="79" y="7"/>
                    <a:pt x="79" y="7"/>
                  </a:cubicBezTo>
                  <a:cubicBezTo>
                    <a:pt x="82" y="11"/>
                    <a:pt x="82" y="11"/>
                    <a:pt x="82" y="11"/>
                  </a:cubicBezTo>
                  <a:cubicBezTo>
                    <a:pt x="82" y="11"/>
                    <a:pt x="79" y="10"/>
                    <a:pt x="74" y="15"/>
                  </a:cubicBezTo>
                  <a:cubicBezTo>
                    <a:pt x="70" y="20"/>
                    <a:pt x="14" y="79"/>
                    <a:pt x="14" y="79"/>
                  </a:cubicBezTo>
                  <a:cubicBezTo>
                    <a:pt x="14" y="79"/>
                    <a:pt x="10" y="83"/>
                    <a:pt x="11" y="87"/>
                  </a:cubicBezTo>
                  <a:cubicBezTo>
                    <a:pt x="11" y="91"/>
                    <a:pt x="0" y="78"/>
                    <a:pt x="0" y="78"/>
                  </a:cubicBezTo>
                  <a:close/>
                </a:path>
              </a:pathLst>
            </a:custGeom>
            <a:solidFill>
              <a:srgbClr val="14378B"/>
            </a:solidFill>
            <a:ln>
              <a:noFill/>
            </a:ln>
          </p:spPr>
          <p:txBody>
            <a:bodyPr anchor="ctr"/>
            <a:p>
              <a:pPr algn="ctr"/>
            </a:p>
          </p:txBody>
        </p:sp>
        <p:sp>
          <p:nvSpPr>
            <p:cNvPr id="47" name="ísḻíďê"/>
            <p:cNvSpPr/>
            <p:nvPr>
              <p:custDataLst>
                <p:tags r:id="rId27"/>
              </p:custDataLst>
            </p:nvPr>
          </p:nvSpPr>
          <p:spPr bwMode="auto">
            <a:xfrm>
              <a:off x="5600463" y="1934039"/>
              <a:ext cx="110193" cy="131434"/>
            </a:xfrm>
            <a:custGeom>
              <a:avLst/>
              <a:gdLst>
                <a:gd name="T0" fmla="*/ 0 w 79"/>
                <a:gd name="T1" fmla="*/ 82 h 94"/>
                <a:gd name="T2" fmla="*/ 9 w 79"/>
                <a:gd name="T3" fmla="*/ 79 h 94"/>
                <a:gd name="T4" fmla="*/ 68 w 79"/>
                <a:gd name="T5" fmla="*/ 11 h 94"/>
                <a:gd name="T6" fmla="*/ 69 w 79"/>
                <a:gd name="T7" fmla="*/ 3 h 94"/>
                <a:gd name="T8" fmla="*/ 76 w 79"/>
                <a:gd name="T9" fmla="*/ 8 h 94"/>
                <a:gd name="T10" fmla="*/ 79 w 79"/>
                <a:gd name="T11" fmla="*/ 12 h 94"/>
                <a:gd name="T12" fmla="*/ 71 w 79"/>
                <a:gd name="T13" fmla="*/ 15 h 94"/>
                <a:gd name="T14" fmla="*/ 15 w 79"/>
                <a:gd name="T15" fmla="*/ 82 h 94"/>
                <a:gd name="T16" fmla="*/ 13 w 79"/>
                <a:gd name="T17" fmla="*/ 90 h 94"/>
                <a:gd name="T18" fmla="*/ 0 w 79"/>
                <a:gd name="T19" fmla="*/ 82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9" h="94">
                  <a:moveTo>
                    <a:pt x="0" y="82"/>
                  </a:moveTo>
                  <a:cubicBezTo>
                    <a:pt x="0" y="82"/>
                    <a:pt x="5" y="83"/>
                    <a:pt x="9" y="79"/>
                  </a:cubicBezTo>
                  <a:cubicBezTo>
                    <a:pt x="13" y="74"/>
                    <a:pt x="68" y="11"/>
                    <a:pt x="68" y="11"/>
                  </a:cubicBezTo>
                  <a:cubicBezTo>
                    <a:pt x="68" y="11"/>
                    <a:pt x="71" y="6"/>
                    <a:pt x="69" y="3"/>
                  </a:cubicBezTo>
                  <a:cubicBezTo>
                    <a:pt x="67" y="0"/>
                    <a:pt x="76" y="8"/>
                    <a:pt x="76" y="8"/>
                  </a:cubicBezTo>
                  <a:cubicBezTo>
                    <a:pt x="79" y="12"/>
                    <a:pt x="79" y="12"/>
                    <a:pt x="79" y="12"/>
                  </a:cubicBezTo>
                  <a:cubicBezTo>
                    <a:pt x="79" y="12"/>
                    <a:pt x="76" y="10"/>
                    <a:pt x="71" y="15"/>
                  </a:cubicBezTo>
                  <a:cubicBezTo>
                    <a:pt x="67" y="20"/>
                    <a:pt x="15" y="82"/>
                    <a:pt x="15" y="82"/>
                  </a:cubicBezTo>
                  <a:cubicBezTo>
                    <a:pt x="15" y="82"/>
                    <a:pt x="13" y="86"/>
                    <a:pt x="13" y="90"/>
                  </a:cubicBezTo>
                  <a:cubicBezTo>
                    <a:pt x="14" y="94"/>
                    <a:pt x="0" y="82"/>
                    <a:pt x="0" y="82"/>
                  </a:cubicBezTo>
                  <a:close/>
                </a:path>
              </a:pathLst>
            </a:custGeom>
            <a:solidFill>
              <a:srgbClr val="14378B"/>
            </a:solidFill>
            <a:ln>
              <a:noFill/>
            </a:ln>
          </p:spPr>
          <p:txBody>
            <a:bodyPr anchor="ctr"/>
            <a:p>
              <a:pPr algn="ctr"/>
            </a:p>
          </p:txBody>
        </p:sp>
        <p:sp>
          <p:nvSpPr>
            <p:cNvPr id="48" name="iṩliḍé"/>
            <p:cNvSpPr/>
            <p:nvPr>
              <p:custDataLst>
                <p:tags r:id="rId28"/>
              </p:custDataLst>
            </p:nvPr>
          </p:nvSpPr>
          <p:spPr bwMode="auto">
            <a:xfrm>
              <a:off x="5629670" y="1953951"/>
              <a:ext cx="106209" cy="138071"/>
            </a:xfrm>
            <a:custGeom>
              <a:avLst/>
              <a:gdLst>
                <a:gd name="T0" fmla="*/ 0 w 76"/>
                <a:gd name="T1" fmla="*/ 84 h 99"/>
                <a:gd name="T2" fmla="*/ 8 w 76"/>
                <a:gd name="T3" fmla="*/ 81 h 99"/>
                <a:gd name="T4" fmla="*/ 63 w 76"/>
                <a:gd name="T5" fmla="*/ 12 h 99"/>
                <a:gd name="T6" fmla="*/ 66 w 76"/>
                <a:gd name="T7" fmla="*/ 3 h 99"/>
                <a:gd name="T8" fmla="*/ 73 w 76"/>
                <a:gd name="T9" fmla="*/ 8 h 99"/>
                <a:gd name="T10" fmla="*/ 76 w 76"/>
                <a:gd name="T11" fmla="*/ 11 h 99"/>
                <a:gd name="T12" fmla="*/ 64 w 76"/>
                <a:gd name="T13" fmla="*/ 23 h 99"/>
                <a:gd name="T14" fmla="*/ 17 w 76"/>
                <a:gd name="T15" fmla="*/ 87 h 99"/>
                <a:gd name="T16" fmla="*/ 16 w 76"/>
                <a:gd name="T17" fmla="*/ 96 h 99"/>
                <a:gd name="T18" fmla="*/ 0 w 76"/>
                <a:gd name="T19" fmla="*/ 84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6" h="99">
                  <a:moveTo>
                    <a:pt x="0" y="84"/>
                  </a:moveTo>
                  <a:cubicBezTo>
                    <a:pt x="0" y="84"/>
                    <a:pt x="4" y="85"/>
                    <a:pt x="8" y="81"/>
                  </a:cubicBezTo>
                  <a:cubicBezTo>
                    <a:pt x="12" y="76"/>
                    <a:pt x="63" y="12"/>
                    <a:pt x="63" y="12"/>
                  </a:cubicBezTo>
                  <a:cubicBezTo>
                    <a:pt x="63" y="12"/>
                    <a:pt x="68" y="6"/>
                    <a:pt x="66" y="3"/>
                  </a:cubicBezTo>
                  <a:cubicBezTo>
                    <a:pt x="63" y="0"/>
                    <a:pt x="73" y="8"/>
                    <a:pt x="73" y="8"/>
                  </a:cubicBezTo>
                  <a:cubicBezTo>
                    <a:pt x="76" y="11"/>
                    <a:pt x="76" y="11"/>
                    <a:pt x="76" y="11"/>
                  </a:cubicBezTo>
                  <a:cubicBezTo>
                    <a:pt x="76" y="11"/>
                    <a:pt x="68" y="18"/>
                    <a:pt x="64" y="23"/>
                  </a:cubicBezTo>
                  <a:cubicBezTo>
                    <a:pt x="59" y="28"/>
                    <a:pt x="17" y="87"/>
                    <a:pt x="17" y="87"/>
                  </a:cubicBezTo>
                  <a:cubicBezTo>
                    <a:pt x="17" y="87"/>
                    <a:pt x="12" y="91"/>
                    <a:pt x="16" y="96"/>
                  </a:cubicBezTo>
                  <a:cubicBezTo>
                    <a:pt x="17" y="99"/>
                    <a:pt x="0" y="84"/>
                    <a:pt x="0" y="84"/>
                  </a:cubicBezTo>
                  <a:close/>
                </a:path>
              </a:pathLst>
            </a:custGeom>
            <a:solidFill>
              <a:srgbClr val="14378B"/>
            </a:solidFill>
            <a:ln>
              <a:noFill/>
            </a:ln>
          </p:spPr>
          <p:txBody>
            <a:bodyPr anchor="ctr"/>
            <a:p>
              <a:pPr algn="ctr"/>
            </a:p>
          </p:txBody>
        </p:sp>
        <p:sp>
          <p:nvSpPr>
            <p:cNvPr id="49" name="iṥļíḋê"/>
            <p:cNvSpPr/>
            <p:nvPr>
              <p:custDataLst>
                <p:tags r:id="rId29"/>
              </p:custDataLst>
            </p:nvPr>
          </p:nvSpPr>
          <p:spPr bwMode="auto">
            <a:xfrm>
              <a:off x="6642641" y="1736223"/>
              <a:ext cx="131434" cy="83641"/>
            </a:xfrm>
            <a:custGeom>
              <a:avLst/>
              <a:gdLst>
                <a:gd name="T0" fmla="*/ 88 w 95"/>
                <a:gd name="T1" fmla="*/ 60 h 60"/>
                <a:gd name="T2" fmla="*/ 82 w 95"/>
                <a:gd name="T3" fmla="*/ 53 h 60"/>
                <a:gd name="T4" fmla="*/ 10 w 95"/>
                <a:gd name="T5" fmla="*/ 18 h 60"/>
                <a:gd name="T6" fmla="*/ 0 w 95"/>
                <a:gd name="T7" fmla="*/ 17 h 60"/>
                <a:gd name="T8" fmla="*/ 8 w 95"/>
                <a:gd name="T9" fmla="*/ 0 h 60"/>
                <a:gd name="T10" fmla="*/ 15 w 95"/>
                <a:gd name="T11" fmla="*/ 10 h 60"/>
                <a:gd name="T12" fmla="*/ 88 w 95"/>
                <a:gd name="T13" fmla="*/ 45 h 60"/>
                <a:gd name="T14" fmla="*/ 95 w 95"/>
                <a:gd name="T15" fmla="*/ 45 h 60"/>
                <a:gd name="T16" fmla="*/ 88 w 95"/>
                <a:gd name="T17" fmla="*/ 6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5" h="60">
                  <a:moveTo>
                    <a:pt x="88" y="60"/>
                  </a:moveTo>
                  <a:cubicBezTo>
                    <a:pt x="90" y="56"/>
                    <a:pt x="88" y="55"/>
                    <a:pt x="82" y="53"/>
                  </a:cubicBezTo>
                  <a:cubicBezTo>
                    <a:pt x="10" y="18"/>
                    <a:pt x="10" y="18"/>
                    <a:pt x="10" y="18"/>
                  </a:cubicBezTo>
                  <a:cubicBezTo>
                    <a:pt x="9" y="17"/>
                    <a:pt x="1" y="13"/>
                    <a:pt x="0" y="17"/>
                  </a:cubicBezTo>
                  <a:cubicBezTo>
                    <a:pt x="8" y="0"/>
                    <a:pt x="8" y="0"/>
                    <a:pt x="8" y="0"/>
                  </a:cubicBezTo>
                  <a:cubicBezTo>
                    <a:pt x="6" y="3"/>
                    <a:pt x="12" y="9"/>
                    <a:pt x="15" y="10"/>
                  </a:cubicBezTo>
                  <a:cubicBezTo>
                    <a:pt x="88" y="45"/>
                    <a:pt x="88" y="45"/>
                    <a:pt x="88" y="45"/>
                  </a:cubicBezTo>
                  <a:cubicBezTo>
                    <a:pt x="92" y="47"/>
                    <a:pt x="93" y="48"/>
                    <a:pt x="95" y="45"/>
                  </a:cubicBezTo>
                  <a:lnTo>
                    <a:pt x="88" y="60"/>
                  </a:lnTo>
                  <a:close/>
                </a:path>
              </a:pathLst>
            </a:custGeom>
            <a:solidFill>
              <a:srgbClr val="14378B"/>
            </a:solidFill>
            <a:ln>
              <a:noFill/>
            </a:ln>
          </p:spPr>
          <p:txBody>
            <a:bodyPr anchor="ctr"/>
            <a:p>
              <a:pPr algn="ctr"/>
            </a:p>
          </p:txBody>
        </p:sp>
        <p:sp>
          <p:nvSpPr>
            <p:cNvPr id="50" name="îṥľîḓê"/>
            <p:cNvSpPr/>
            <p:nvPr>
              <p:custDataLst>
                <p:tags r:id="rId30"/>
              </p:custDataLst>
            </p:nvPr>
          </p:nvSpPr>
          <p:spPr bwMode="auto">
            <a:xfrm>
              <a:off x="6626710" y="1769414"/>
              <a:ext cx="132761" cy="84968"/>
            </a:xfrm>
            <a:custGeom>
              <a:avLst/>
              <a:gdLst>
                <a:gd name="T0" fmla="*/ 80 w 95"/>
                <a:gd name="T1" fmla="*/ 49 h 61"/>
                <a:gd name="T2" fmla="*/ 18 w 95"/>
                <a:gd name="T3" fmla="*/ 16 h 61"/>
                <a:gd name="T4" fmla="*/ 0 w 95"/>
                <a:gd name="T5" fmla="*/ 11 h 61"/>
                <a:gd name="T6" fmla="*/ 6 w 95"/>
                <a:gd name="T7" fmla="*/ 0 h 61"/>
                <a:gd name="T8" fmla="*/ 14 w 95"/>
                <a:gd name="T9" fmla="*/ 7 h 61"/>
                <a:gd name="T10" fmla="*/ 84 w 95"/>
                <a:gd name="T11" fmla="*/ 45 h 61"/>
                <a:gd name="T12" fmla="*/ 94 w 95"/>
                <a:gd name="T13" fmla="*/ 45 h 61"/>
                <a:gd name="T14" fmla="*/ 88 w 95"/>
                <a:gd name="T15" fmla="*/ 60 h 61"/>
                <a:gd name="T16" fmla="*/ 80 w 95"/>
                <a:gd name="T17" fmla="*/ 49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5" h="61">
                  <a:moveTo>
                    <a:pt x="80" y="49"/>
                  </a:moveTo>
                  <a:cubicBezTo>
                    <a:pt x="62" y="38"/>
                    <a:pt x="40" y="26"/>
                    <a:pt x="18" y="16"/>
                  </a:cubicBezTo>
                  <a:cubicBezTo>
                    <a:pt x="15" y="14"/>
                    <a:pt x="2" y="8"/>
                    <a:pt x="0" y="11"/>
                  </a:cubicBezTo>
                  <a:cubicBezTo>
                    <a:pt x="6" y="0"/>
                    <a:pt x="6" y="0"/>
                    <a:pt x="6" y="0"/>
                  </a:cubicBezTo>
                  <a:cubicBezTo>
                    <a:pt x="5" y="2"/>
                    <a:pt x="12" y="6"/>
                    <a:pt x="14" y="7"/>
                  </a:cubicBezTo>
                  <a:cubicBezTo>
                    <a:pt x="84" y="45"/>
                    <a:pt x="84" y="45"/>
                    <a:pt x="84" y="45"/>
                  </a:cubicBezTo>
                  <a:cubicBezTo>
                    <a:pt x="87" y="47"/>
                    <a:pt x="91" y="48"/>
                    <a:pt x="94" y="45"/>
                  </a:cubicBezTo>
                  <a:cubicBezTo>
                    <a:pt x="95" y="52"/>
                    <a:pt x="90" y="61"/>
                    <a:pt x="88" y="60"/>
                  </a:cubicBezTo>
                  <a:cubicBezTo>
                    <a:pt x="85" y="59"/>
                    <a:pt x="92" y="57"/>
                    <a:pt x="80" y="49"/>
                  </a:cubicBezTo>
                  <a:close/>
                </a:path>
              </a:pathLst>
            </a:custGeom>
            <a:solidFill>
              <a:srgbClr val="14378B"/>
            </a:solidFill>
            <a:ln>
              <a:noFill/>
            </a:ln>
          </p:spPr>
          <p:txBody>
            <a:bodyPr anchor="ctr"/>
            <a:p>
              <a:pPr algn="ctr"/>
            </a:p>
          </p:txBody>
        </p:sp>
        <p:sp>
          <p:nvSpPr>
            <p:cNvPr id="13" name="ïṣḷíďê"/>
            <p:cNvSpPr/>
            <p:nvPr>
              <p:custDataLst>
                <p:tags r:id="rId31"/>
              </p:custDataLst>
            </p:nvPr>
          </p:nvSpPr>
          <p:spPr bwMode="auto">
            <a:xfrm>
              <a:off x="6609450" y="1794639"/>
              <a:ext cx="126124" cy="86296"/>
            </a:xfrm>
            <a:custGeom>
              <a:avLst/>
              <a:gdLst>
                <a:gd name="T0" fmla="*/ 85 w 90"/>
                <a:gd name="T1" fmla="*/ 62 h 62"/>
                <a:gd name="T2" fmla="*/ 83 w 90"/>
                <a:gd name="T3" fmla="*/ 59 h 62"/>
                <a:gd name="T4" fmla="*/ 16 w 90"/>
                <a:gd name="T5" fmla="*/ 16 h 62"/>
                <a:gd name="T6" fmla="*/ 0 w 90"/>
                <a:gd name="T7" fmla="*/ 11 h 62"/>
                <a:gd name="T8" fmla="*/ 8 w 90"/>
                <a:gd name="T9" fmla="*/ 0 h 62"/>
                <a:gd name="T10" fmla="*/ 18 w 90"/>
                <a:gd name="T11" fmla="*/ 9 h 62"/>
                <a:gd name="T12" fmla="*/ 88 w 90"/>
                <a:gd name="T13" fmla="*/ 53 h 62"/>
                <a:gd name="T14" fmla="*/ 90 w 90"/>
                <a:gd name="T15" fmla="*/ 53 h 62"/>
                <a:gd name="T16" fmla="*/ 85 w 90"/>
                <a:gd name="T17" fmla="*/ 62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0" h="62">
                  <a:moveTo>
                    <a:pt x="85" y="62"/>
                  </a:moveTo>
                  <a:cubicBezTo>
                    <a:pt x="85" y="61"/>
                    <a:pt x="85" y="60"/>
                    <a:pt x="83" y="59"/>
                  </a:cubicBezTo>
                  <a:cubicBezTo>
                    <a:pt x="16" y="16"/>
                    <a:pt x="16" y="16"/>
                    <a:pt x="16" y="16"/>
                  </a:cubicBezTo>
                  <a:cubicBezTo>
                    <a:pt x="13" y="14"/>
                    <a:pt x="3" y="8"/>
                    <a:pt x="0" y="11"/>
                  </a:cubicBezTo>
                  <a:cubicBezTo>
                    <a:pt x="8" y="0"/>
                    <a:pt x="8" y="0"/>
                    <a:pt x="8" y="0"/>
                  </a:cubicBezTo>
                  <a:cubicBezTo>
                    <a:pt x="7" y="3"/>
                    <a:pt x="16" y="8"/>
                    <a:pt x="18" y="9"/>
                  </a:cubicBezTo>
                  <a:cubicBezTo>
                    <a:pt x="88" y="53"/>
                    <a:pt x="88" y="53"/>
                    <a:pt x="88" y="53"/>
                  </a:cubicBezTo>
                  <a:cubicBezTo>
                    <a:pt x="89" y="53"/>
                    <a:pt x="90" y="54"/>
                    <a:pt x="90" y="53"/>
                  </a:cubicBezTo>
                  <a:lnTo>
                    <a:pt x="85" y="62"/>
                  </a:lnTo>
                  <a:close/>
                </a:path>
              </a:pathLst>
            </a:custGeom>
            <a:solidFill>
              <a:srgbClr val="14378B"/>
            </a:solidFill>
            <a:ln>
              <a:noFill/>
            </a:ln>
          </p:spPr>
          <p:txBody>
            <a:bodyPr anchor="ctr"/>
            <a:p>
              <a:pPr algn="ctr"/>
            </a:p>
          </p:txBody>
        </p:sp>
        <p:sp>
          <p:nvSpPr>
            <p:cNvPr id="52" name="ïşlîdê"/>
            <p:cNvSpPr/>
            <p:nvPr>
              <p:custDataLst>
                <p:tags r:id="rId32"/>
              </p:custDataLst>
            </p:nvPr>
          </p:nvSpPr>
          <p:spPr bwMode="auto">
            <a:xfrm>
              <a:off x="6596174" y="1821191"/>
              <a:ext cx="116830" cy="96917"/>
            </a:xfrm>
            <a:custGeom>
              <a:avLst/>
              <a:gdLst>
                <a:gd name="T0" fmla="*/ 84 w 84"/>
                <a:gd name="T1" fmla="*/ 59 h 70"/>
                <a:gd name="T2" fmla="*/ 81 w 84"/>
                <a:gd name="T3" fmla="*/ 59 h 70"/>
                <a:gd name="T4" fmla="*/ 7 w 84"/>
                <a:gd name="T5" fmla="*/ 3 h 70"/>
                <a:gd name="T6" fmla="*/ 5 w 84"/>
                <a:gd name="T7" fmla="*/ 0 h 70"/>
                <a:gd name="T8" fmla="*/ 0 w 84"/>
                <a:gd name="T9" fmla="*/ 7 h 70"/>
                <a:gd name="T10" fmla="*/ 3 w 84"/>
                <a:gd name="T11" fmla="*/ 7 h 70"/>
                <a:gd name="T12" fmla="*/ 77 w 84"/>
                <a:gd name="T13" fmla="*/ 67 h 70"/>
                <a:gd name="T14" fmla="*/ 78 w 84"/>
                <a:gd name="T15" fmla="*/ 70 h 70"/>
                <a:gd name="T16" fmla="*/ 84 w 84"/>
                <a:gd name="T17" fmla="*/ 5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4" h="70">
                  <a:moveTo>
                    <a:pt x="84" y="59"/>
                  </a:moveTo>
                  <a:cubicBezTo>
                    <a:pt x="84" y="60"/>
                    <a:pt x="83" y="60"/>
                    <a:pt x="81" y="59"/>
                  </a:cubicBezTo>
                  <a:cubicBezTo>
                    <a:pt x="7" y="3"/>
                    <a:pt x="7" y="3"/>
                    <a:pt x="7" y="3"/>
                  </a:cubicBezTo>
                  <a:cubicBezTo>
                    <a:pt x="6" y="2"/>
                    <a:pt x="5" y="1"/>
                    <a:pt x="5" y="0"/>
                  </a:cubicBezTo>
                  <a:cubicBezTo>
                    <a:pt x="0" y="7"/>
                    <a:pt x="0" y="7"/>
                    <a:pt x="0" y="7"/>
                  </a:cubicBezTo>
                  <a:cubicBezTo>
                    <a:pt x="1" y="6"/>
                    <a:pt x="2" y="6"/>
                    <a:pt x="3" y="7"/>
                  </a:cubicBezTo>
                  <a:cubicBezTo>
                    <a:pt x="26" y="22"/>
                    <a:pt x="57" y="50"/>
                    <a:pt x="77" y="67"/>
                  </a:cubicBezTo>
                  <a:cubicBezTo>
                    <a:pt x="79" y="68"/>
                    <a:pt x="79" y="69"/>
                    <a:pt x="78" y="70"/>
                  </a:cubicBezTo>
                  <a:lnTo>
                    <a:pt x="84" y="59"/>
                  </a:lnTo>
                  <a:close/>
                </a:path>
              </a:pathLst>
            </a:custGeom>
            <a:solidFill>
              <a:srgbClr val="14378B"/>
            </a:solidFill>
            <a:ln>
              <a:noFill/>
            </a:ln>
          </p:spPr>
          <p:txBody>
            <a:bodyPr anchor="ctr"/>
            <a:p>
              <a:pPr algn="ctr"/>
            </a:p>
          </p:txBody>
        </p:sp>
        <p:sp>
          <p:nvSpPr>
            <p:cNvPr id="14" name="îṣḷide"/>
            <p:cNvSpPr/>
            <p:nvPr>
              <p:custDataLst>
                <p:tags r:id="rId33"/>
              </p:custDataLst>
            </p:nvPr>
          </p:nvSpPr>
          <p:spPr bwMode="auto">
            <a:xfrm>
              <a:off x="6556345" y="1863676"/>
              <a:ext cx="119485" cy="120814"/>
            </a:xfrm>
            <a:custGeom>
              <a:avLst/>
              <a:gdLst>
                <a:gd name="T0" fmla="*/ 86 w 86"/>
                <a:gd name="T1" fmla="*/ 72 h 86"/>
                <a:gd name="T2" fmla="*/ 79 w 86"/>
                <a:gd name="T3" fmla="*/ 70 h 86"/>
                <a:gd name="T4" fmla="*/ 12 w 86"/>
                <a:gd name="T5" fmla="*/ 12 h 86"/>
                <a:gd name="T6" fmla="*/ 9 w 86"/>
                <a:gd name="T7" fmla="*/ 4 h 86"/>
                <a:gd name="T8" fmla="*/ 3 w 86"/>
                <a:gd name="T9" fmla="*/ 9 h 86"/>
                <a:gd name="T10" fmla="*/ 0 w 86"/>
                <a:gd name="T11" fmla="*/ 14 h 86"/>
                <a:gd name="T12" fmla="*/ 8 w 86"/>
                <a:gd name="T13" fmla="*/ 17 h 86"/>
                <a:gd name="T14" fmla="*/ 71 w 86"/>
                <a:gd name="T15" fmla="*/ 75 h 86"/>
                <a:gd name="T16" fmla="*/ 76 w 86"/>
                <a:gd name="T17" fmla="*/ 83 h 86"/>
                <a:gd name="T18" fmla="*/ 86 w 86"/>
                <a:gd name="T19" fmla="*/ 72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 h="86">
                  <a:moveTo>
                    <a:pt x="86" y="72"/>
                  </a:moveTo>
                  <a:cubicBezTo>
                    <a:pt x="86" y="72"/>
                    <a:pt x="83" y="74"/>
                    <a:pt x="79" y="70"/>
                  </a:cubicBezTo>
                  <a:cubicBezTo>
                    <a:pt x="74" y="67"/>
                    <a:pt x="12" y="12"/>
                    <a:pt x="12" y="12"/>
                  </a:cubicBezTo>
                  <a:cubicBezTo>
                    <a:pt x="12" y="12"/>
                    <a:pt x="7" y="7"/>
                    <a:pt x="9" y="4"/>
                  </a:cubicBezTo>
                  <a:cubicBezTo>
                    <a:pt x="11" y="0"/>
                    <a:pt x="3" y="9"/>
                    <a:pt x="3" y="9"/>
                  </a:cubicBezTo>
                  <a:cubicBezTo>
                    <a:pt x="0" y="14"/>
                    <a:pt x="0" y="14"/>
                    <a:pt x="0" y="14"/>
                  </a:cubicBezTo>
                  <a:cubicBezTo>
                    <a:pt x="0" y="14"/>
                    <a:pt x="3" y="12"/>
                    <a:pt x="8" y="17"/>
                  </a:cubicBezTo>
                  <a:cubicBezTo>
                    <a:pt x="13" y="21"/>
                    <a:pt x="71" y="75"/>
                    <a:pt x="71" y="75"/>
                  </a:cubicBezTo>
                  <a:cubicBezTo>
                    <a:pt x="71" y="75"/>
                    <a:pt x="76" y="79"/>
                    <a:pt x="76" y="83"/>
                  </a:cubicBezTo>
                  <a:cubicBezTo>
                    <a:pt x="76" y="86"/>
                    <a:pt x="86" y="72"/>
                    <a:pt x="86" y="72"/>
                  </a:cubicBezTo>
                  <a:close/>
                </a:path>
              </a:pathLst>
            </a:custGeom>
            <a:solidFill>
              <a:srgbClr val="14378B"/>
            </a:solidFill>
            <a:ln>
              <a:noFill/>
            </a:ln>
          </p:spPr>
          <p:txBody>
            <a:bodyPr anchor="ctr"/>
            <a:p>
              <a:pPr algn="ctr"/>
            </a:p>
          </p:txBody>
        </p:sp>
        <p:sp>
          <p:nvSpPr>
            <p:cNvPr id="15" name="ïšḷiḓé"/>
            <p:cNvSpPr/>
            <p:nvPr>
              <p:custDataLst>
                <p:tags r:id="rId34"/>
              </p:custDataLst>
            </p:nvPr>
          </p:nvSpPr>
          <p:spPr bwMode="auto">
            <a:xfrm>
              <a:off x="6533777" y="1888899"/>
              <a:ext cx="114175" cy="110193"/>
            </a:xfrm>
            <a:custGeom>
              <a:avLst/>
              <a:gdLst>
                <a:gd name="T0" fmla="*/ 73 w 82"/>
                <a:gd name="T1" fmla="*/ 70 h 79"/>
                <a:gd name="T2" fmla="*/ 12 w 82"/>
                <a:gd name="T3" fmla="*/ 12 h 79"/>
                <a:gd name="T4" fmla="*/ 9 w 82"/>
                <a:gd name="T5" fmla="*/ 3 h 79"/>
                <a:gd name="T6" fmla="*/ 2 w 82"/>
                <a:gd name="T7" fmla="*/ 9 h 79"/>
                <a:gd name="T8" fmla="*/ 0 w 82"/>
                <a:gd name="T9" fmla="*/ 13 h 79"/>
                <a:gd name="T10" fmla="*/ 8 w 82"/>
                <a:gd name="T11" fmla="*/ 16 h 79"/>
                <a:gd name="T12" fmla="*/ 69 w 82"/>
                <a:gd name="T13" fmla="*/ 71 h 79"/>
                <a:gd name="T14" fmla="*/ 73 w 82"/>
                <a:gd name="T15" fmla="*/ 70 h 7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2" h="79">
                  <a:moveTo>
                    <a:pt x="73" y="70"/>
                  </a:moveTo>
                  <a:cubicBezTo>
                    <a:pt x="64" y="62"/>
                    <a:pt x="12" y="12"/>
                    <a:pt x="12" y="12"/>
                  </a:cubicBezTo>
                  <a:cubicBezTo>
                    <a:pt x="12" y="12"/>
                    <a:pt x="7" y="6"/>
                    <a:pt x="9" y="3"/>
                  </a:cubicBezTo>
                  <a:cubicBezTo>
                    <a:pt x="11" y="0"/>
                    <a:pt x="2" y="9"/>
                    <a:pt x="2" y="9"/>
                  </a:cubicBezTo>
                  <a:cubicBezTo>
                    <a:pt x="0" y="13"/>
                    <a:pt x="0" y="13"/>
                    <a:pt x="0" y="13"/>
                  </a:cubicBezTo>
                  <a:cubicBezTo>
                    <a:pt x="0" y="13"/>
                    <a:pt x="3" y="11"/>
                    <a:pt x="8" y="16"/>
                  </a:cubicBezTo>
                  <a:cubicBezTo>
                    <a:pt x="13" y="21"/>
                    <a:pt x="69" y="71"/>
                    <a:pt x="69" y="71"/>
                  </a:cubicBezTo>
                  <a:cubicBezTo>
                    <a:pt x="81" y="79"/>
                    <a:pt x="82" y="78"/>
                    <a:pt x="73" y="70"/>
                  </a:cubicBezTo>
                  <a:close/>
                </a:path>
              </a:pathLst>
            </a:custGeom>
            <a:solidFill>
              <a:srgbClr val="14378B"/>
            </a:solidFill>
            <a:ln>
              <a:noFill/>
            </a:ln>
          </p:spPr>
          <p:txBody>
            <a:bodyPr anchor="ctr"/>
            <a:p>
              <a:pPr algn="ctr"/>
            </a:p>
          </p:txBody>
        </p:sp>
        <p:sp>
          <p:nvSpPr>
            <p:cNvPr id="16" name="í$ḻïḋê"/>
            <p:cNvSpPr/>
            <p:nvPr>
              <p:custDataLst>
                <p:tags r:id="rId35"/>
              </p:custDataLst>
            </p:nvPr>
          </p:nvSpPr>
          <p:spPr bwMode="auto">
            <a:xfrm>
              <a:off x="6512533" y="1908814"/>
              <a:ext cx="107538" cy="122140"/>
            </a:xfrm>
            <a:custGeom>
              <a:avLst/>
              <a:gdLst>
                <a:gd name="T0" fmla="*/ 77 w 77"/>
                <a:gd name="T1" fmla="*/ 75 h 88"/>
                <a:gd name="T2" fmla="*/ 71 w 77"/>
                <a:gd name="T3" fmla="*/ 73 h 88"/>
                <a:gd name="T4" fmla="*/ 13 w 77"/>
                <a:gd name="T5" fmla="*/ 11 h 88"/>
                <a:gd name="T6" fmla="*/ 10 w 77"/>
                <a:gd name="T7" fmla="*/ 3 h 88"/>
                <a:gd name="T8" fmla="*/ 3 w 77"/>
                <a:gd name="T9" fmla="*/ 7 h 88"/>
                <a:gd name="T10" fmla="*/ 0 w 77"/>
                <a:gd name="T11" fmla="*/ 11 h 88"/>
                <a:gd name="T12" fmla="*/ 8 w 77"/>
                <a:gd name="T13" fmla="*/ 15 h 88"/>
                <a:gd name="T14" fmla="*/ 63 w 77"/>
                <a:gd name="T15" fmla="*/ 77 h 88"/>
                <a:gd name="T16" fmla="*/ 67 w 77"/>
                <a:gd name="T17" fmla="*/ 84 h 88"/>
                <a:gd name="T18" fmla="*/ 77 w 77"/>
                <a:gd name="T19" fmla="*/ 75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7" h="88">
                  <a:moveTo>
                    <a:pt x="77" y="75"/>
                  </a:moveTo>
                  <a:cubicBezTo>
                    <a:pt x="77" y="75"/>
                    <a:pt x="75" y="77"/>
                    <a:pt x="71" y="73"/>
                  </a:cubicBezTo>
                  <a:cubicBezTo>
                    <a:pt x="67" y="69"/>
                    <a:pt x="13" y="11"/>
                    <a:pt x="13" y="11"/>
                  </a:cubicBezTo>
                  <a:cubicBezTo>
                    <a:pt x="13" y="11"/>
                    <a:pt x="8" y="6"/>
                    <a:pt x="10" y="3"/>
                  </a:cubicBezTo>
                  <a:cubicBezTo>
                    <a:pt x="12" y="0"/>
                    <a:pt x="3" y="7"/>
                    <a:pt x="3" y="7"/>
                  </a:cubicBezTo>
                  <a:cubicBezTo>
                    <a:pt x="0" y="11"/>
                    <a:pt x="0" y="11"/>
                    <a:pt x="0" y="11"/>
                  </a:cubicBezTo>
                  <a:cubicBezTo>
                    <a:pt x="0" y="11"/>
                    <a:pt x="4" y="10"/>
                    <a:pt x="8" y="15"/>
                  </a:cubicBezTo>
                  <a:cubicBezTo>
                    <a:pt x="13" y="20"/>
                    <a:pt x="63" y="77"/>
                    <a:pt x="63" y="77"/>
                  </a:cubicBezTo>
                  <a:cubicBezTo>
                    <a:pt x="63" y="77"/>
                    <a:pt x="68" y="81"/>
                    <a:pt x="67" y="84"/>
                  </a:cubicBezTo>
                  <a:cubicBezTo>
                    <a:pt x="67" y="88"/>
                    <a:pt x="77" y="75"/>
                    <a:pt x="77" y="75"/>
                  </a:cubicBezTo>
                  <a:close/>
                </a:path>
              </a:pathLst>
            </a:custGeom>
            <a:solidFill>
              <a:srgbClr val="14378B"/>
            </a:solidFill>
            <a:ln>
              <a:noFill/>
            </a:ln>
          </p:spPr>
          <p:txBody>
            <a:bodyPr anchor="ctr"/>
            <a:p>
              <a:pPr algn="ctr"/>
            </a:p>
          </p:txBody>
        </p:sp>
        <p:sp>
          <p:nvSpPr>
            <p:cNvPr id="17" name="îŝľiḑè"/>
            <p:cNvSpPr/>
            <p:nvPr>
              <p:custDataLst>
                <p:tags r:id="rId36"/>
              </p:custDataLst>
            </p:nvPr>
          </p:nvSpPr>
          <p:spPr bwMode="auto">
            <a:xfrm>
              <a:off x="6488637" y="1928729"/>
              <a:ext cx="108864" cy="127450"/>
            </a:xfrm>
            <a:custGeom>
              <a:avLst/>
              <a:gdLst>
                <a:gd name="T0" fmla="*/ 78 w 78"/>
                <a:gd name="T1" fmla="*/ 80 h 92"/>
                <a:gd name="T2" fmla="*/ 68 w 78"/>
                <a:gd name="T3" fmla="*/ 77 h 92"/>
                <a:gd name="T4" fmla="*/ 13 w 78"/>
                <a:gd name="T5" fmla="*/ 10 h 92"/>
                <a:gd name="T6" fmla="*/ 11 w 78"/>
                <a:gd name="T7" fmla="*/ 3 h 92"/>
                <a:gd name="T8" fmla="*/ 3 w 78"/>
                <a:gd name="T9" fmla="*/ 9 h 92"/>
                <a:gd name="T10" fmla="*/ 0 w 78"/>
                <a:gd name="T11" fmla="*/ 13 h 92"/>
                <a:gd name="T12" fmla="*/ 7 w 78"/>
                <a:gd name="T13" fmla="*/ 17 h 92"/>
                <a:gd name="T14" fmla="*/ 62 w 78"/>
                <a:gd name="T15" fmla="*/ 81 h 92"/>
                <a:gd name="T16" fmla="*/ 65 w 78"/>
                <a:gd name="T17" fmla="*/ 88 h 92"/>
                <a:gd name="T18" fmla="*/ 78 w 78"/>
                <a:gd name="T19" fmla="*/ 8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8" h="92">
                  <a:moveTo>
                    <a:pt x="78" y="80"/>
                  </a:moveTo>
                  <a:cubicBezTo>
                    <a:pt x="78" y="80"/>
                    <a:pt x="72" y="81"/>
                    <a:pt x="68" y="77"/>
                  </a:cubicBezTo>
                  <a:cubicBezTo>
                    <a:pt x="64" y="73"/>
                    <a:pt x="13" y="10"/>
                    <a:pt x="13" y="10"/>
                  </a:cubicBezTo>
                  <a:cubicBezTo>
                    <a:pt x="13" y="10"/>
                    <a:pt x="9" y="6"/>
                    <a:pt x="11" y="3"/>
                  </a:cubicBezTo>
                  <a:cubicBezTo>
                    <a:pt x="13" y="0"/>
                    <a:pt x="3" y="9"/>
                    <a:pt x="3" y="9"/>
                  </a:cubicBezTo>
                  <a:cubicBezTo>
                    <a:pt x="0" y="13"/>
                    <a:pt x="0" y="13"/>
                    <a:pt x="0" y="13"/>
                  </a:cubicBezTo>
                  <a:cubicBezTo>
                    <a:pt x="0" y="13"/>
                    <a:pt x="3" y="12"/>
                    <a:pt x="7" y="17"/>
                  </a:cubicBezTo>
                  <a:cubicBezTo>
                    <a:pt x="12" y="23"/>
                    <a:pt x="62" y="81"/>
                    <a:pt x="62" y="81"/>
                  </a:cubicBezTo>
                  <a:cubicBezTo>
                    <a:pt x="62" y="81"/>
                    <a:pt x="65" y="84"/>
                    <a:pt x="65" y="88"/>
                  </a:cubicBezTo>
                  <a:cubicBezTo>
                    <a:pt x="64" y="92"/>
                    <a:pt x="78" y="80"/>
                    <a:pt x="78" y="80"/>
                  </a:cubicBezTo>
                  <a:close/>
                </a:path>
              </a:pathLst>
            </a:custGeom>
            <a:solidFill>
              <a:srgbClr val="14378B"/>
            </a:solidFill>
            <a:ln>
              <a:noFill/>
            </a:ln>
          </p:spPr>
          <p:txBody>
            <a:bodyPr anchor="ctr"/>
            <a:p>
              <a:pPr algn="ctr"/>
            </a:p>
          </p:txBody>
        </p:sp>
        <p:sp>
          <p:nvSpPr>
            <p:cNvPr id="57" name="ïŝļiḋé"/>
            <p:cNvSpPr/>
            <p:nvPr>
              <p:custDataLst>
                <p:tags r:id="rId37"/>
              </p:custDataLst>
            </p:nvPr>
          </p:nvSpPr>
          <p:spPr bwMode="auto">
            <a:xfrm>
              <a:off x="6460756" y="1945986"/>
              <a:ext cx="108864" cy="140726"/>
            </a:xfrm>
            <a:custGeom>
              <a:avLst/>
              <a:gdLst>
                <a:gd name="T0" fmla="*/ 78 w 78"/>
                <a:gd name="T1" fmla="*/ 84 h 101"/>
                <a:gd name="T2" fmla="*/ 68 w 78"/>
                <a:gd name="T3" fmla="*/ 79 h 101"/>
                <a:gd name="T4" fmla="*/ 16 w 78"/>
                <a:gd name="T5" fmla="*/ 12 h 101"/>
                <a:gd name="T6" fmla="*/ 13 w 78"/>
                <a:gd name="T7" fmla="*/ 3 h 101"/>
                <a:gd name="T8" fmla="*/ 6 w 78"/>
                <a:gd name="T9" fmla="*/ 12 h 101"/>
                <a:gd name="T10" fmla="*/ 0 w 78"/>
                <a:gd name="T11" fmla="*/ 15 h 101"/>
                <a:gd name="T12" fmla="*/ 8 w 78"/>
                <a:gd name="T13" fmla="*/ 20 h 101"/>
                <a:gd name="T14" fmla="*/ 59 w 78"/>
                <a:gd name="T15" fmla="*/ 89 h 101"/>
                <a:gd name="T16" fmla="*/ 60 w 78"/>
                <a:gd name="T17" fmla="*/ 98 h 101"/>
                <a:gd name="T18" fmla="*/ 78 w 78"/>
                <a:gd name="T19" fmla="*/ 84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8" h="101">
                  <a:moveTo>
                    <a:pt x="78" y="84"/>
                  </a:moveTo>
                  <a:cubicBezTo>
                    <a:pt x="78" y="84"/>
                    <a:pt x="72" y="84"/>
                    <a:pt x="68" y="79"/>
                  </a:cubicBezTo>
                  <a:cubicBezTo>
                    <a:pt x="64" y="75"/>
                    <a:pt x="16" y="12"/>
                    <a:pt x="16" y="12"/>
                  </a:cubicBezTo>
                  <a:cubicBezTo>
                    <a:pt x="16" y="12"/>
                    <a:pt x="11" y="6"/>
                    <a:pt x="13" y="3"/>
                  </a:cubicBezTo>
                  <a:cubicBezTo>
                    <a:pt x="16" y="0"/>
                    <a:pt x="6" y="12"/>
                    <a:pt x="6" y="12"/>
                  </a:cubicBezTo>
                  <a:cubicBezTo>
                    <a:pt x="0" y="15"/>
                    <a:pt x="0" y="15"/>
                    <a:pt x="0" y="15"/>
                  </a:cubicBezTo>
                  <a:cubicBezTo>
                    <a:pt x="0" y="15"/>
                    <a:pt x="3" y="14"/>
                    <a:pt x="8" y="20"/>
                  </a:cubicBezTo>
                  <a:cubicBezTo>
                    <a:pt x="12" y="25"/>
                    <a:pt x="59" y="89"/>
                    <a:pt x="59" y="89"/>
                  </a:cubicBezTo>
                  <a:cubicBezTo>
                    <a:pt x="59" y="89"/>
                    <a:pt x="64" y="93"/>
                    <a:pt x="60" y="98"/>
                  </a:cubicBezTo>
                  <a:cubicBezTo>
                    <a:pt x="59" y="101"/>
                    <a:pt x="78" y="84"/>
                    <a:pt x="78" y="84"/>
                  </a:cubicBezTo>
                  <a:close/>
                </a:path>
              </a:pathLst>
            </a:custGeom>
            <a:solidFill>
              <a:srgbClr val="14378B"/>
            </a:solidFill>
            <a:ln>
              <a:noFill/>
            </a:ln>
          </p:spPr>
          <p:txBody>
            <a:bodyPr anchor="ctr"/>
            <a:p>
              <a:pPr algn="ctr"/>
            </a:p>
          </p:txBody>
        </p:sp>
        <p:sp>
          <p:nvSpPr>
            <p:cNvPr id="58" name="íṩľîďé"/>
            <p:cNvSpPr/>
            <p:nvPr>
              <p:custDataLst>
                <p:tags r:id="rId38"/>
              </p:custDataLst>
            </p:nvPr>
          </p:nvSpPr>
          <p:spPr bwMode="auto">
            <a:xfrm>
              <a:off x="5738534" y="2042903"/>
              <a:ext cx="104883" cy="90278"/>
            </a:xfrm>
            <a:custGeom>
              <a:avLst/>
              <a:gdLst>
                <a:gd name="T0" fmla="*/ 68 w 75"/>
                <a:gd name="T1" fmla="*/ 2 h 65"/>
                <a:gd name="T2" fmla="*/ 67 w 75"/>
                <a:gd name="T3" fmla="*/ 5 h 65"/>
                <a:gd name="T4" fmla="*/ 59 w 75"/>
                <a:gd name="T5" fmla="*/ 17 h 65"/>
                <a:gd name="T6" fmla="*/ 64 w 75"/>
                <a:gd name="T7" fmla="*/ 22 h 65"/>
                <a:gd name="T8" fmla="*/ 72 w 75"/>
                <a:gd name="T9" fmla="*/ 31 h 65"/>
                <a:gd name="T10" fmla="*/ 73 w 75"/>
                <a:gd name="T11" fmla="*/ 39 h 65"/>
                <a:gd name="T12" fmla="*/ 69 w 75"/>
                <a:gd name="T13" fmla="*/ 41 h 65"/>
                <a:gd name="T14" fmla="*/ 58 w 75"/>
                <a:gd name="T15" fmla="*/ 40 h 65"/>
                <a:gd name="T16" fmla="*/ 58 w 75"/>
                <a:gd name="T17" fmla="*/ 34 h 65"/>
                <a:gd name="T18" fmla="*/ 48 w 75"/>
                <a:gd name="T19" fmla="*/ 27 h 65"/>
                <a:gd name="T20" fmla="*/ 44 w 75"/>
                <a:gd name="T21" fmla="*/ 38 h 65"/>
                <a:gd name="T22" fmla="*/ 52 w 75"/>
                <a:gd name="T23" fmla="*/ 41 h 65"/>
                <a:gd name="T24" fmla="*/ 52 w 75"/>
                <a:gd name="T25" fmla="*/ 51 h 65"/>
                <a:gd name="T26" fmla="*/ 45 w 75"/>
                <a:gd name="T27" fmla="*/ 51 h 65"/>
                <a:gd name="T28" fmla="*/ 26 w 75"/>
                <a:gd name="T29" fmla="*/ 48 h 65"/>
                <a:gd name="T30" fmla="*/ 16 w 75"/>
                <a:gd name="T31" fmla="*/ 55 h 65"/>
                <a:gd name="T32" fmla="*/ 5 w 75"/>
                <a:gd name="T33" fmla="*/ 65 h 65"/>
                <a:gd name="T34" fmla="*/ 4 w 75"/>
                <a:gd name="T35" fmla="*/ 64 h 65"/>
                <a:gd name="T36" fmla="*/ 6 w 75"/>
                <a:gd name="T37" fmla="*/ 59 h 65"/>
                <a:gd name="T38" fmla="*/ 17 w 75"/>
                <a:gd name="T39" fmla="*/ 48 h 65"/>
                <a:gd name="T40" fmla="*/ 19 w 75"/>
                <a:gd name="T41" fmla="*/ 33 h 65"/>
                <a:gd name="T42" fmla="*/ 33 w 75"/>
                <a:gd name="T43" fmla="*/ 28 h 65"/>
                <a:gd name="T44" fmla="*/ 38 w 75"/>
                <a:gd name="T45" fmla="*/ 24 h 65"/>
                <a:gd name="T46" fmla="*/ 28 w 75"/>
                <a:gd name="T47" fmla="*/ 21 h 65"/>
                <a:gd name="T48" fmla="*/ 23 w 75"/>
                <a:gd name="T49" fmla="*/ 21 h 65"/>
                <a:gd name="T50" fmla="*/ 16 w 75"/>
                <a:gd name="T51" fmla="*/ 21 h 65"/>
                <a:gd name="T52" fmla="*/ 10 w 75"/>
                <a:gd name="T53" fmla="*/ 27 h 65"/>
                <a:gd name="T54" fmla="*/ 3 w 75"/>
                <a:gd name="T55" fmla="*/ 30 h 65"/>
                <a:gd name="T56" fmla="*/ 1 w 75"/>
                <a:gd name="T57" fmla="*/ 24 h 65"/>
                <a:gd name="T58" fmla="*/ 9 w 75"/>
                <a:gd name="T59" fmla="*/ 13 h 65"/>
                <a:gd name="T60" fmla="*/ 13 w 75"/>
                <a:gd name="T61" fmla="*/ 10 h 65"/>
                <a:gd name="T62" fmla="*/ 19 w 75"/>
                <a:gd name="T63" fmla="*/ 14 h 65"/>
                <a:gd name="T64" fmla="*/ 23 w 75"/>
                <a:gd name="T65" fmla="*/ 14 h 65"/>
                <a:gd name="T66" fmla="*/ 42 w 75"/>
                <a:gd name="T67" fmla="*/ 15 h 65"/>
                <a:gd name="T68" fmla="*/ 46 w 75"/>
                <a:gd name="T69" fmla="*/ 16 h 65"/>
                <a:gd name="T70" fmla="*/ 50 w 75"/>
                <a:gd name="T71" fmla="*/ 14 h 65"/>
                <a:gd name="T72" fmla="*/ 65 w 75"/>
                <a:gd name="T73" fmla="*/ 2 h 65"/>
                <a:gd name="T74" fmla="*/ 68 w 75"/>
                <a:gd name="T75" fmla="*/ 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5" h="65">
                  <a:moveTo>
                    <a:pt x="68" y="2"/>
                  </a:moveTo>
                  <a:cubicBezTo>
                    <a:pt x="69" y="3"/>
                    <a:pt x="68" y="4"/>
                    <a:pt x="67" y="5"/>
                  </a:cubicBezTo>
                  <a:cubicBezTo>
                    <a:pt x="66" y="7"/>
                    <a:pt x="58" y="14"/>
                    <a:pt x="59" y="17"/>
                  </a:cubicBezTo>
                  <a:cubicBezTo>
                    <a:pt x="59" y="19"/>
                    <a:pt x="63" y="21"/>
                    <a:pt x="64" y="22"/>
                  </a:cubicBezTo>
                  <a:cubicBezTo>
                    <a:pt x="67" y="25"/>
                    <a:pt x="70" y="28"/>
                    <a:pt x="72" y="31"/>
                  </a:cubicBezTo>
                  <a:cubicBezTo>
                    <a:pt x="73" y="33"/>
                    <a:pt x="75" y="36"/>
                    <a:pt x="73" y="39"/>
                  </a:cubicBezTo>
                  <a:cubicBezTo>
                    <a:pt x="72" y="40"/>
                    <a:pt x="71" y="41"/>
                    <a:pt x="69" y="41"/>
                  </a:cubicBezTo>
                  <a:cubicBezTo>
                    <a:pt x="66" y="42"/>
                    <a:pt x="59" y="43"/>
                    <a:pt x="58" y="40"/>
                  </a:cubicBezTo>
                  <a:cubicBezTo>
                    <a:pt x="56" y="38"/>
                    <a:pt x="59" y="36"/>
                    <a:pt x="58" y="34"/>
                  </a:cubicBezTo>
                  <a:cubicBezTo>
                    <a:pt x="58" y="31"/>
                    <a:pt x="53" y="24"/>
                    <a:pt x="48" y="27"/>
                  </a:cubicBezTo>
                  <a:cubicBezTo>
                    <a:pt x="45" y="29"/>
                    <a:pt x="44" y="33"/>
                    <a:pt x="44" y="38"/>
                  </a:cubicBezTo>
                  <a:cubicBezTo>
                    <a:pt x="44" y="43"/>
                    <a:pt x="48" y="40"/>
                    <a:pt x="52" y="41"/>
                  </a:cubicBezTo>
                  <a:cubicBezTo>
                    <a:pt x="54" y="42"/>
                    <a:pt x="54" y="48"/>
                    <a:pt x="52" y="51"/>
                  </a:cubicBezTo>
                  <a:cubicBezTo>
                    <a:pt x="50" y="53"/>
                    <a:pt x="47" y="52"/>
                    <a:pt x="45" y="51"/>
                  </a:cubicBezTo>
                  <a:cubicBezTo>
                    <a:pt x="41" y="49"/>
                    <a:pt x="31" y="46"/>
                    <a:pt x="26" y="48"/>
                  </a:cubicBezTo>
                  <a:cubicBezTo>
                    <a:pt x="22" y="49"/>
                    <a:pt x="19" y="53"/>
                    <a:pt x="16" y="55"/>
                  </a:cubicBezTo>
                  <a:cubicBezTo>
                    <a:pt x="14" y="57"/>
                    <a:pt x="7" y="65"/>
                    <a:pt x="5" y="65"/>
                  </a:cubicBezTo>
                  <a:cubicBezTo>
                    <a:pt x="5" y="64"/>
                    <a:pt x="5" y="64"/>
                    <a:pt x="4" y="64"/>
                  </a:cubicBezTo>
                  <a:cubicBezTo>
                    <a:pt x="3" y="62"/>
                    <a:pt x="5" y="60"/>
                    <a:pt x="6" y="59"/>
                  </a:cubicBezTo>
                  <a:cubicBezTo>
                    <a:pt x="10" y="56"/>
                    <a:pt x="15" y="53"/>
                    <a:pt x="17" y="48"/>
                  </a:cubicBezTo>
                  <a:cubicBezTo>
                    <a:pt x="18" y="43"/>
                    <a:pt x="15" y="35"/>
                    <a:pt x="19" y="33"/>
                  </a:cubicBezTo>
                  <a:cubicBezTo>
                    <a:pt x="22" y="31"/>
                    <a:pt x="29" y="29"/>
                    <a:pt x="33" y="28"/>
                  </a:cubicBezTo>
                  <a:cubicBezTo>
                    <a:pt x="35" y="27"/>
                    <a:pt x="38" y="27"/>
                    <a:pt x="38" y="24"/>
                  </a:cubicBezTo>
                  <a:cubicBezTo>
                    <a:pt x="36" y="21"/>
                    <a:pt x="32" y="21"/>
                    <a:pt x="28" y="21"/>
                  </a:cubicBezTo>
                  <a:cubicBezTo>
                    <a:pt x="27" y="21"/>
                    <a:pt x="25" y="21"/>
                    <a:pt x="23" y="21"/>
                  </a:cubicBezTo>
                  <a:cubicBezTo>
                    <a:pt x="21" y="20"/>
                    <a:pt x="18" y="20"/>
                    <a:pt x="16" y="21"/>
                  </a:cubicBezTo>
                  <a:cubicBezTo>
                    <a:pt x="14" y="22"/>
                    <a:pt x="12" y="25"/>
                    <a:pt x="10" y="27"/>
                  </a:cubicBezTo>
                  <a:cubicBezTo>
                    <a:pt x="9" y="28"/>
                    <a:pt x="6" y="31"/>
                    <a:pt x="3" y="30"/>
                  </a:cubicBezTo>
                  <a:cubicBezTo>
                    <a:pt x="1" y="30"/>
                    <a:pt x="0" y="27"/>
                    <a:pt x="1" y="24"/>
                  </a:cubicBezTo>
                  <a:cubicBezTo>
                    <a:pt x="3" y="21"/>
                    <a:pt x="6" y="16"/>
                    <a:pt x="9" y="13"/>
                  </a:cubicBezTo>
                  <a:cubicBezTo>
                    <a:pt x="10" y="12"/>
                    <a:pt x="11" y="9"/>
                    <a:pt x="13" y="10"/>
                  </a:cubicBezTo>
                  <a:cubicBezTo>
                    <a:pt x="16" y="10"/>
                    <a:pt x="16" y="14"/>
                    <a:pt x="19" y="14"/>
                  </a:cubicBezTo>
                  <a:cubicBezTo>
                    <a:pt x="20" y="15"/>
                    <a:pt x="21" y="14"/>
                    <a:pt x="23" y="14"/>
                  </a:cubicBezTo>
                  <a:cubicBezTo>
                    <a:pt x="29" y="13"/>
                    <a:pt x="36" y="13"/>
                    <a:pt x="42" y="15"/>
                  </a:cubicBezTo>
                  <a:cubicBezTo>
                    <a:pt x="43" y="15"/>
                    <a:pt x="45" y="16"/>
                    <a:pt x="46" y="16"/>
                  </a:cubicBezTo>
                  <a:cubicBezTo>
                    <a:pt x="48" y="15"/>
                    <a:pt x="49" y="15"/>
                    <a:pt x="50" y="14"/>
                  </a:cubicBezTo>
                  <a:cubicBezTo>
                    <a:pt x="56" y="11"/>
                    <a:pt x="60" y="6"/>
                    <a:pt x="65" y="2"/>
                  </a:cubicBezTo>
                  <a:cubicBezTo>
                    <a:pt x="66" y="2"/>
                    <a:pt x="68" y="0"/>
                    <a:pt x="68" y="2"/>
                  </a:cubicBezTo>
                  <a:close/>
                </a:path>
              </a:pathLst>
            </a:custGeom>
            <a:solidFill>
              <a:srgbClr val="14378B"/>
            </a:solidFill>
            <a:ln>
              <a:noFill/>
            </a:ln>
          </p:spPr>
          <p:txBody>
            <a:bodyPr anchor="ctr"/>
            <a:p>
              <a:pPr algn="ctr"/>
            </a:p>
          </p:txBody>
        </p:sp>
        <p:sp>
          <p:nvSpPr>
            <p:cNvPr id="18" name="iṩľíďê"/>
            <p:cNvSpPr/>
            <p:nvPr>
              <p:custDataLst>
                <p:tags r:id="rId39"/>
              </p:custDataLst>
            </p:nvPr>
          </p:nvSpPr>
          <p:spPr bwMode="auto">
            <a:xfrm>
              <a:off x="6312064" y="2044229"/>
              <a:ext cx="120814" cy="116830"/>
            </a:xfrm>
            <a:custGeom>
              <a:avLst/>
              <a:gdLst>
                <a:gd name="T0" fmla="*/ 44 w 87"/>
                <a:gd name="T1" fmla="*/ 5 h 84"/>
                <a:gd name="T2" fmla="*/ 62 w 87"/>
                <a:gd name="T3" fmla="*/ 11 h 84"/>
                <a:gd name="T4" fmla="*/ 56 w 87"/>
                <a:gd name="T5" fmla="*/ 4 h 84"/>
                <a:gd name="T6" fmla="*/ 63 w 87"/>
                <a:gd name="T7" fmla="*/ 22 h 84"/>
                <a:gd name="T8" fmla="*/ 69 w 87"/>
                <a:gd name="T9" fmla="*/ 29 h 84"/>
                <a:gd name="T10" fmla="*/ 86 w 87"/>
                <a:gd name="T11" fmla="*/ 33 h 84"/>
                <a:gd name="T12" fmla="*/ 73 w 87"/>
                <a:gd name="T13" fmla="*/ 39 h 84"/>
                <a:gd name="T14" fmla="*/ 55 w 87"/>
                <a:gd name="T15" fmla="*/ 38 h 84"/>
                <a:gd name="T16" fmla="*/ 41 w 87"/>
                <a:gd name="T17" fmla="*/ 45 h 84"/>
                <a:gd name="T18" fmla="*/ 17 w 87"/>
                <a:gd name="T19" fmla="*/ 51 h 84"/>
                <a:gd name="T20" fmla="*/ 37 w 87"/>
                <a:gd name="T21" fmla="*/ 42 h 84"/>
                <a:gd name="T22" fmla="*/ 27 w 87"/>
                <a:gd name="T23" fmla="*/ 23 h 84"/>
                <a:gd name="T24" fmla="*/ 28 w 87"/>
                <a:gd name="T25" fmla="*/ 15 h 84"/>
                <a:gd name="T26" fmla="*/ 36 w 87"/>
                <a:gd name="T27" fmla="*/ 33 h 84"/>
                <a:gd name="T28" fmla="*/ 42 w 87"/>
                <a:gd name="T29" fmla="*/ 37 h 84"/>
                <a:gd name="T30" fmla="*/ 44 w 87"/>
                <a:gd name="T31" fmla="*/ 25 h 84"/>
                <a:gd name="T32" fmla="*/ 54 w 87"/>
                <a:gd name="T33" fmla="*/ 21 h 84"/>
                <a:gd name="T34" fmla="*/ 41 w 87"/>
                <a:gd name="T35" fmla="*/ 2 h 84"/>
                <a:gd name="T36" fmla="*/ 17 w 87"/>
                <a:gd name="T37" fmla="*/ 33 h 84"/>
                <a:gd name="T38" fmla="*/ 23 w 87"/>
                <a:gd name="T39" fmla="*/ 38 h 84"/>
                <a:gd name="T40" fmla="*/ 57 w 87"/>
                <a:gd name="T41" fmla="*/ 48 h 84"/>
                <a:gd name="T42" fmla="*/ 30 w 87"/>
                <a:gd name="T43" fmla="*/ 60 h 84"/>
                <a:gd name="T44" fmla="*/ 35 w 87"/>
                <a:gd name="T45" fmla="*/ 61 h 84"/>
                <a:gd name="T46" fmla="*/ 50 w 87"/>
                <a:gd name="T47" fmla="*/ 63 h 84"/>
                <a:gd name="T48" fmla="*/ 49 w 87"/>
                <a:gd name="T49" fmla="*/ 70 h 84"/>
                <a:gd name="T50" fmla="*/ 68 w 87"/>
                <a:gd name="T51" fmla="*/ 64 h 84"/>
                <a:gd name="T52" fmla="*/ 67 w 87"/>
                <a:gd name="T53" fmla="*/ 60 h 84"/>
                <a:gd name="T54" fmla="*/ 55 w 87"/>
                <a:gd name="T55" fmla="*/ 57 h 84"/>
                <a:gd name="T56" fmla="*/ 63 w 87"/>
                <a:gd name="T57" fmla="*/ 51 h 84"/>
                <a:gd name="T58" fmla="*/ 6 w 87"/>
                <a:gd name="T59" fmla="*/ 54 h 84"/>
                <a:gd name="T60" fmla="*/ 3 w 87"/>
                <a:gd name="T61" fmla="*/ 65 h 84"/>
                <a:gd name="T62" fmla="*/ 6 w 87"/>
                <a:gd name="T63" fmla="*/ 54 h 84"/>
                <a:gd name="T64" fmla="*/ 61 w 87"/>
                <a:gd name="T65" fmla="*/ 74 h 84"/>
                <a:gd name="T66" fmla="*/ 45 w 87"/>
                <a:gd name="T67" fmla="*/ 84 h 84"/>
                <a:gd name="T68" fmla="*/ 42 w 87"/>
                <a:gd name="T69" fmla="*/ 74 h 84"/>
                <a:gd name="T70" fmla="*/ 44 w 87"/>
                <a:gd name="T71" fmla="*/ 79 h 84"/>
                <a:gd name="T72" fmla="*/ 59 w 87"/>
                <a:gd name="T73" fmla="*/ 73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87" h="84">
                  <a:moveTo>
                    <a:pt x="41" y="2"/>
                  </a:moveTo>
                  <a:cubicBezTo>
                    <a:pt x="43" y="0"/>
                    <a:pt x="44" y="3"/>
                    <a:pt x="44" y="5"/>
                  </a:cubicBezTo>
                  <a:cubicBezTo>
                    <a:pt x="43" y="8"/>
                    <a:pt x="42" y="12"/>
                    <a:pt x="44" y="13"/>
                  </a:cubicBezTo>
                  <a:cubicBezTo>
                    <a:pt x="47" y="15"/>
                    <a:pt x="62" y="18"/>
                    <a:pt x="62" y="11"/>
                  </a:cubicBezTo>
                  <a:cubicBezTo>
                    <a:pt x="61" y="9"/>
                    <a:pt x="59" y="9"/>
                    <a:pt x="57" y="9"/>
                  </a:cubicBezTo>
                  <a:cubicBezTo>
                    <a:pt x="53" y="9"/>
                    <a:pt x="54" y="6"/>
                    <a:pt x="56" y="4"/>
                  </a:cubicBezTo>
                  <a:cubicBezTo>
                    <a:pt x="60" y="2"/>
                    <a:pt x="66" y="1"/>
                    <a:pt x="67" y="6"/>
                  </a:cubicBezTo>
                  <a:cubicBezTo>
                    <a:pt x="68" y="8"/>
                    <a:pt x="64" y="20"/>
                    <a:pt x="63" y="22"/>
                  </a:cubicBezTo>
                  <a:cubicBezTo>
                    <a:pt x="63" y="24"/>
                    <a:pt x="61" y="26"/>
                    <a:pt x="62" y="28"/>
                  </a:cubicBezTo>
                  <a:cubicBezTo>
                    <a:pt x="63" y="30"/>
                    <a:pt x="67" y="29"/>
                    <a:pt x="69" y="29"/>
                  </a:cubicBezTo>
                  <a:cubicBezTo>
                    <a:pt x="74" y="29"/>
                    <a:pt x="82" y="27"/>
                    <a:pt x="85" y="29"/>
                  </a:cubicBezTo>
                  <a:cubicBezTo>
                    <a:pt x="86" y="30"/>
                    <a:pt x="86" y="31"/>
                    <a:pt x="86" y="33"/>
                  </a:cubicBezTo>
                  <a:cubicBezTo>
                    <a:pt x="87" y="37"/>
                    <a:pt x="83" y="37"/>
                    <a:pt x="80" y="38"/>
                  </a:cubicBezTo>
                  <a:cubicBezTo>
                    <a:pt x="78" y="38"/>
                    <a:pt x="75" y="40"/>
                    <a:pt x="73" y="39"/>
                  </a:cubicBezTo>
                  <a:cubicBezTo>
                    <a:pt x="72" y="38"/>
                    <a:pt x="73" y="35"/>
                    <a:pt x="72" y="34"/>
                  </a:cubicBezTo>
                  <a:cubicBezTo>
                    <a:pt x="70" y="32"/>
                    <a:pt x="58" y="37"/>
                    <a:pt x="55" y="38"/>
                  </a:cubicBezTo>
                  <a:cubicBezTo>
                    <a:pt x="52" y="39"/>
                    <a:pt x="48" y="39"/>
                    <a:pt x="46" y="41"/>
                  </a:cubicBezTo>
                  <a:cubicBezTo>
                    <a:pt x="44" y="42"/>
                    <a:pt x="42" y="43"/>
                    <a:pt x="41" y="45"/>
                  </a:cubicBezTo>
                  <a:cubicBezTo>
                    <a:pt x="38" y="50"/>
                    <a:pt x="24" y="51"/>
                    <a:pt x="17" y="53"/>
                  </a:cubicBezTo>
                  <a:cubicBezTo>
                    <a:pt x="15" y="53"/>
                    <a:pt x="16" y="51"/>
                    <a:pt x="17" y="51"/>
                  </a:cubicBezTo>
                  <a:cubicBezTo>
                    <a:pt x="25" y="48"/>
                    <a:pt x="27" y="45"/>
                    <a:pt x="35" y="43"/>
                  </a:cubicBezTo>
                  <a:cubicBezTo>
                    <a:pt x="36" y="43"/>
                    <a:pt x="37" y="43"/>
                    <a:pt x="37" y="42"/>
                  </a:cubicBezTo>
                  <a:cubicBezTo>
                    <a:pt x="38" y="40"/>
                    <a:pt x="34" y="38"/>
                    <a:pt x="33" y="37"/>
                  </a:cubicBezTo>
                  <a:cubicBezTo>
                    <a:pt x="30" y="34"/>
                    <a:pt x="28" y="28"/>
                    <a:pt x="27" y="23"/>
                  </a:cubicBezTo>
                  <a:cubicBezTo>
                    <a:pt x="27" y="21"/>
                    <a:pt x="26" y="16"/>
                    <a:pt x="27" y="15"/>
                  </a:cubicBezTo>
                  <a:cubicBezTo>
                    <a:pt x="27" y="15"/>
                    <a:pt x="27" y="15"/>
                    <a:pt x="28" y="15"/>
                  </a:cubicBezTo>
                  <a:cubicBezTo>
                    <a:pt x="29" y="15"/>
                    <a:pt x="30" y="17"/>
                    <a:pt x="30" y="19"/>
                  </a:cubicBezTo>
                  <a:cubicBezTo>
                    <a:pt x="32" y="23"/>
                    <a:pt x="34" y="29"/>
                    <a:pt x="36" y="33"/>
                  </a:cubicBezTo>
                  <a:cubicBezTo>
                    <a:pt x="37" y="35"/>
                    <a:pt x="38" y="39"/>
                    <a:pt x="40" y="39"/>
                  </a:cubicBezTo>
                  <a:cubicBezTo>
                    <a:pt x="41" y="39"/>
                    <a:pt x="42" y="37"/>
                    <a:pt x="42" y="37"/>
                  </a:cubicBezTo>
                  <a:cubicBezTo>
                    <a:pt x="45" y="33"/>
                    <a:pt x="41" y="29"/>
                    <a:pt x="42" y="25"/>
                  </a:cubicBezTo>
                  <a:cubicBezTo>
                    <a:pt x="42" y="24"/>
                    <a:pt x="43" y="24"/>
                    <a:pt x="44" y="25"/>
                  </a:cubicBezTo>
                  <a:cubicBezTo>
                    <a:pt x="45" y="26"/>
                    <a:pt x="46" y="29"/>
                    <a:pt x="47" y="30"/>
                  </a:cubicBezTo>
                  <a:cubicBezTo>
                    <a:pt x="50" y="31"/>
                    <a:pt x="55" y="23"/>
                    <a:pt x="54" y="21"/>
                  </a:cubicBezTo>
                  <a:cubicBezTo>
                    <a:pt x="52" y="19"/>
                    <a:pt x="42" y="20"/>
                    <a:pt x="39" y="19"/>
                  </a:cubicBezTo>
                  <a:cubicBezTo>
                    <a:pt x="33" y="17"/>
                    <a:pt x="37" y="4"/>
                    <a:pt x="41" y="2"/>
                  </a:cubicBezTo>
                  <a:close/>
                  <a:moveTo>
                    <a:pt x="19" y="31"/>
                  </a:moveTo>
                  <a:cubicBezTo>
                    <a:pt x="17" y="29"/>
                    <a:pt x="17" y="31"/>
                    <a:pt x="17" y="33"/>
                  </a:cubicBezTo>
                  <a:cubicBezTo>
                    <a:pt x="17" y="37"/>
                    <a:pt x="19" y="44"/>
                    <a:pt x="22" y="42"/>
                  </a:cubicBezTo>
                  <a:cubicBezTo>
                    <a:pt x="24" y="42"/>
                    <a:pt x="24" y="40"/>
                    <a:pt x="23" y="38"/>
                  </a:cubicBezTo>
                  <a:cubicBezTo>
                    <a:pt x="23" y="36"/>
                    <a:pt x="21" y="33"/>
                    <a:pt x="19" y="31"/>
                  </a:cubicBezTo>
                  <a:close/>
                  <a:moveTo>
                    <a:pt x="57" y="48"/>
                  </a:moveTo>
                  <a:cubicBezTo>
                    <a:pt x="55" y="49"/>
                    <a:pt x="52" y="49"/>
                    <a:pt x="50" y="49"/>
                  </a:cubicBezTo>
                  <a:cubicBezTo>
                    <a:pt x="42" y="52"/>
                    <a:pt x="36" y="51"/>
                    <a:pt x="30" y="60"/>
                  </a:cubicBezTo>
                  <a:cubicBezTo>
                    <a:pt x="31" y="60"/>
                    <a:pt x="31" y="60"/>
                    <a:pt x="31" y="60"/>
                  </a:cubicBezTo>
                  <a:cubicBezTo>
                    <a:pt x="31" y="62"/>
                    <a:pt x="34" y="62"/>
                    <a:pt x="35" y="61"/>
                  </a:cubicBezTo>
                  <a:cubicBezTo>
                    <a:pt x="37" y="60"/>
                    <a:pt x="45" y="57"/>
                    <a:pt x="47" y="57"/>
                  </a:cubicBezTo>
                  <a:cubicBezTo>
                    <a:pt x="50" y="57"/>
                    <a:pt x="48" y="61"/>
                    <a:pt x="50" y="63"/>
                  </a:cubicBezTo>
                  <a:cubicBezTo>
                    <a:pt x="51" y="64"/>
                    <a:pt x="54" y="64"/>
                    <a:pt x="54" y="66"/>
                  </a:cubicBezTo>
                  <a:cubicBezTo>
                    <a:pt x="54" y="67"/>
                    <a:pt x="50" y="68"/>
                    <a:pt x="49" y="70"/>
                  </a:cubicBezTo>
                  <a:cubicBezTo>
                    <a:pt x="48" y="71"/>
                    <a:pt x="48" y="71"/>
                    <a:pt x="50" y="71"/>
                  </a:cubicBezTo>
                  <a:cubicBezTo>
                    <a:pt x="56" y="70"/>
                    <a:pt x="62" y="65"/>
                    <a:pt x="68" y="64"/>
                  </a:cubicBezTo>
                  <a:cubicBezTo>
                    <a:pt x="69" y="64"/>
                    <a:pt x="70" y="64"/>
                    <a:pt x="70" y="63"/>
                  </a:cubicBezTo>
                  <a:cubicBezTo>
                    <a:pt x="72" y="61"/>
                    <a:pt x="68" y="60"/>
                    <a:pt x="67" y="60"/>
                  </a:cubicBezTo>
                  <a:cubicBezTo>
                    <a:pt x="63" y="60"/>
                    <a:pt x="58" y="61"/>
                    <a:pt x="55" y="60"/>
                  </a:cubicBezTo>
                  <a:cubicBezTo>
                    <a:pt x="55" y="59"/>
                    <a:pt x="54" y="58"/>
                    <a:pt x="55" y="57"/>
                  </a:cubicBezTo>
                  <a:cubicBezTo>
                    <a:pt x="55" y="54"/>
                    <a:pt x="60" y="54"/>
                    <a:pt x="62" y="53"/>
                  </a:cubicBezTo>
                  <a:cubicBezTo>
                    <a:pt x="63" y="52"/>
                    <a:pt x="63" y="52"/>
                    <a:pt x="63" y="51"/>
                  </a:cubicBezTo>
                  <a:cubicBezTo>
                    <a:pt x="63" y="49"/>
                    <a:pt x="60" y="48"/>
                    <a:pt x="57" y="48"/>
                  </a:cubicBezTo>
                  <a:close/>
                  <a:moveTo>
                    <a:pt x="6" y="54"/>
                  </a:moveTo>
                  <a:cubicBezTo>
                    <a:pt x="8" y="56"/>
                    <a:pt x="9" y="63"/>
                    <a:pt x="7" y="65"/>
                  </a:cubicBezTo>
                  <a:cubicBezTo>
                    <a:pt x="6" y="67"/>
                    <a:pt x="4" y="67"/>
                    <a:pt x="3" y="65"/>
                  </a:cubicBezTo>
                  <a:cubicBezTo>
                    <a:pt x="0" y="63"/>
                    <a:pt x="0" y="57"/>
                    <a:pt x="2" y="54"/>
                  </a:cubicBezTo>
                  <a:cubicBezTo>
                    <a:pt x="3" y="53"/>
                    <a:pt x="4" y="52"/>
                    <a:pt x="6" y="54"/>
                  </a:cubicBezTo>
                  <a:close/>
                  <a:moveTo>
                    <a:pt x="59" y="73"/>
                  </a:moveTo>
                  <a:cubicBezTo>
                    <a:pt x="60" y="73"/>
                    <a:pt x="60" y="73"/>
                    <a:pt x="61" y="74"/>
                  </a:cubicBezTo>
                  <a:cubicBezTo>
                    <a:pt x="61" y="75"/>
                    <a:pt x="60" y="77"/>
                    <a:pt x="60" y="78"/>
                  </a:cubicBezTo>
                  <a:cubicBezTo>
                    <a:pt x="57" y="83"/>
                    <a:pt x="52" y="83"/>
                    <a:pt x="45" y="84"/>
                  </a:cubicBezTo>
                  <a:cubicBezTo>
                    <a:pt x="42" y="84"/>
                    <a:pt x="36" y="83"/>
                    <a:pt x="35" y="81"/>
                  </a:cubicBezTo>
                  <a:cubicBezTo>
                    <a:pt x="35" y="79"/>
                    <a:pt x="40" y="76"/>
                    <a:pt x="42" y="74"/>
                  </a:cubicBezTo>
                  <a:cubicBezTo>
                    <a:pt x="45" y="73"/>
                    <a:pt x="44" y="73"/>
                    <a:pt x="44" y="75"/>
                  </a:cubicBezTo>
                  <a:cubicBezTo>
                    <a:pt x="44" y="77"/>
                    <a:pt x="44" y="78"/>
                    <a:pt x="44" y="79"/>
                  </a:cubicBezTo>
                  <a:cubicBezTo>
                    <a:pt x="45" y="80"/>
                    <a:pt x="49" y="81"/>
                    <a:pt x="51" y="80"/>
                  </a:cubicBezTo>
                  <a:cubicBezTo>
                    <a:pt x="55" y="80"/>
                    <a:pt x="57" y="76"/>
                    <a:pt x="59" y="73"/>
                  </a:cubicBezTo>
                  <a:close/>
                </a:path>
              </a:pathLst>
            </a:custGeom>
            <a:solidFill>
              <a:srgbClr val="14378B"/>
            </a:solidFill>
            <a:ln>
              <a:noFill/>
            </a:ln>
          </p:spPr>
          <p:txBody>
            <a:bodyPr anchor="ctr"/>
            <a:p>
              <a:pPr algn="ctr"/>
            </a:p>
          </p:txBody>
        </p:sp>
        <p:sp>
          <p:nvSpPr>
            <p:cNvPr id="19" name="iṥḻiďê"/>
            <p:cNvSpPr/>
            <p:nvPr>
              <p:custDataLst>
                <p:tags r:id="rId40"/>
              </p:custDataLst>
            </p:nvPr>
          </p:nvSpPr>
          <p:spPr bwMode="auto">
            <a:xfrm>
              <a:off x="5905814" y="2086714"/>
              <a:ext cx="130106" cy="118158"/>
            </a:xfrm>
            <a:custGeom>
              <a:avLst/>
              <a:gdLst>
                <a:gd name="T0" fmla="*/ 51 w 94"/>
                <a:gd name="T1" fmla="*/ 1 h 84"/>
                <a:gd name="T2" fmla="*/ 57 w 94"/>
                <a:gd name="T3" fmla="*/ 8 h 84"/>
                <a:gd name="T4" fmla="*/ 69 w 94"/>
                <a:gd name="T5" fmla="*/ 11 h 84"/>
                <a:gd name="T6" fmla="*/ 65 w 94"/>
                <a:gd name="T7" fmla="*/ 15 h 84"/>
                <a:gd name="T8" fmla="*/ 52 w 94"/>
                <a:gd name="T9" fmla="*/ 14 h 84"/>
                <a:gd name="T10" fmla="*/ 46 w 94"/>
                <a:gd name="T11" fmla="*/ 20 h 84"/>
                <a:gd name="T12" fmla="*/ 31 w 94"/>
                <a:gd name="T13" fmla="*/ 34 h 84"/>
                <a:gd name="T14" fmla="*/ 21 w 94"/>
                <a:gd name="T15" fmla="*/ 37 h 84"/>
                <a:gd name="T16" fmla="*/ 25 w 94"/>
                <a:gd name="T17" fmla="*/ 30 h 84"/>
                <a:gd name="T18" fmla="*/ 42 w 94"/>
                <a:gd name="T19" fmla="*/ 15 h 84"/>
                <a:gd name="T20" fmla="*/ 32 w 94"/>
                <a:gd name="T21" fmla="*/ 4 h 84"/>
                <a:gd name="T22" fmla="*/ 44 w 94"/>
                <a:gd name="T23" fmla="*/ 3 h 84"/>
                <a:gd name="T24" fmla="*/ 51 w 94"/>
                <a:gd name="T25" fmla="*/ 1 h 84"/>
                <a:gd name="T26" fmla="*/ 12 w 94"/>
                <a:gd name="T27" fmla="*/ 35 h 84"/>
                <a:gd name="T28" fmla="*/ 9 w 94"/>
                <a:gd name="T29" fmla="*/ 50 h 84"/>
                <a:gd name="T30" fmla="*/ 6 w 94"/>
                <a:gd name="T31" fmla="*/ 54 h 84"/>
                <a:gd name="T32" fmla="*/ 1 w 94"/>
                <a:gd name="T33" fmla="*/ 47 h 84"/>
                <a:gd name="T34" fmla="*/ 9 w 94"/>
                <a:gd name="T35" fmla="*/ 30 h 84"/>
                <a:gd name="T36" fmla="*/ 12 w 94"/>
                <a:gd name="T37" fmla="*/ 35 h 84"/>
                <a:gd name="T38" fmla="*/ 52 w 94"/>
                <a:gd name="T39" fmla="*/ 30 h 84"/>
                <a:gd name="T40" fmla="*/ 46 w 94"/>
                <a:gd name="T41" fmla="*/ 43 h 84"/>
                <a:gd name="T42" fmla="*/ 33 w 94"/>
                <a:gd name="T43" fmla="*/ 51 h 84"/>
                <a:gd name="T44" fmla="*/ 34 w 94"/>
                <a:gd name="T45" fmla="*/ 53 h 84"/>
                <a:gd name="T46" fmla="*/ 38 w 94"/>
                <a:gd name="T47" fmla="*/ 55 h 84"/>
                <a:gd name="T48" fmla="*/ 28 w 94"/>
                <a:gd name="T49" fmla="*/ 60 h 84"/>
                <a:gd name="T50" fmla="*/ 27 w 94"/>
                <a:gd name="T51" fmla="*/ 62 h 84"/>
                <a:gd name="T52" fmla="*/ 36 w 94"/>
                <a:gd name="T53" fmla="*/ 66 h 84"/>
                <a:gd name="T54" fmla="*/ 35 w 94"/>
                <a:gd name="T55" fmla="*/ 76 h 84"/>
                <a:gd name="T56" fmla="*/ 39 w 94"/>
                <a:gd name="T57" fmla="*/ 76 h 84"/>
                <a:gd name="T58" fmla="*/ 46 w 94"/>
                <a:gd name="T59" fmla="*/ 67 h 84"/>
                <a:gd name="T60" fmla="*/ 48 w 94"/>
                <a:gd name="T61" fmla="*/ 62 h 84"/>
                <a:gd name="T62" fmla="*/ 54 w 94"/>
                <a:gd name="T63" fmla="*/ 61 h 84"/>
                <a:gd name="T64" fmla="*/ 55 w 94"/>
                <a:gd name="T65" fmla="*/ 59 h 84"/>
                <a:gd name="T66" fmla="*/ 50 w 94"/>
                <a:gd name="T67" fmla="*/ 55 h 84"/>
                <a:gd name="T68" fmla="*/ 57 w 94"/>
                <a:gd name="T69" fmla="*/ 50 h 84"/>
                <a:gd name="T70" fmla="*/ 54 w 94"/>
                <a:gd name="T71" fmla="*/ 41 h 84"/>
                <a:gd name="T72" fmla="*/ 55 w 94"/>
                <a:gd name="T73" fmla="*/ 39 h 84"/>
                <a:gd name="T74" fmla="*/ 85 w 94"/>
                <a:gd name="T75" fmla="*/ 41 h 84"/>
                <a:gd name="T76" fmla="*/ 65 w 94"/>
                <a:gd name="T77" fmla="*/ 73 h 84"/>
                <a:gd name="T78" fmla="*/ 60 w 94"/>
                <a:gd name="T79" fmla="*/ 76 h 84"/>
                <a:gd name="T80" fmla="*/ 72 w 94"/>
                <a:gd name="T81" fmla="*/ 83 h 84"/>
                <a:gd name="T82" fmla="*/ 87 w 94"/>
                <a:gd name="T83" fmla="*/ 57 h 84"/>
                <a:gd name="T84" fmla="*/ 93 w 94"/>
                <a:gd name="T85" fmla="*/ 49 h 84"/>
                <a:gd name="T86" fmla="*/ 93 w 94"/>
                <a:gd name="T87" fmla="*/ 33 h 84"/>
                <a:gd name="T88" fmla="*/ 81 w 94"/>
                <a:gd name="T89" fmla="*/ 32 h 84"/>
                <a:gd name="T90" fmla="*/ 52 w 94"/>
                <a:gd name="T91" fmla="*/ 30 h 84"/>
                <a:gd name="T92" fmla="*/ 37 w 94"/>
                <a:gd name="T93" fmla="*/ 43 h 84"/>
                <a:gd name="T94" fmla="*/ 36 w 94"/>
                <a:gd name="T95" fmla="*/ 45 h 84"/>
                <a:gd name="T96" fmla="*/ 30 w 94"/>
                <a:gd name="T97" fmla="*/ 45 h 84"/>
                <a:gd name="T98" fmla="*/ 30 w 94"/>
                <a:gd name="T99" fmla="*/ 43 h 84"/>
                <a:gd name="T100" fmla="*/ 37 w 94"/>
                <a:gd name="T101" fmla="*/ 43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4" h="84">
                  <a:moveTo>
                    <a:pt x="51" y="1"/>
                  </a:moveTo>
                  <a:cubicBezTo>
                    <a:pt x="54" y="1"/>
                    <a:pt x="54" y="6"/>
                    <a:pt x="57" y="8"/>
                  </a:cubicBezTo>
                  <a:cubicBezTo>
                    <a:pt x="60" y="10"/>
                    <a:pt x="65" y="9"/>
                    <a:pt x="69" y="11"/>
                  </a:cubicBezTo>
                  <a:cubicBezTo>
                    <a:pt x="75" y="13"/>
                    <a:pt x="69" y="16"/>
                    <a:pt x="65" y="15"/>
                  </a:cubicBezTo>
                  <a:cubicBezTo>
                    <a:pt x="62" y="15"/>
                    <a:pt x="55" y="13"/>
                    <a:pt x="52" y="14"/>
                  </a:cubicBezTo>
                  <a:cubicBezTo>
                    <a:pt x="49" y="15"/>
                    <a:pt x="47" y="18"/>
                    <a:pt x="46" y="20"/>
                  </a:cubicBezTo>
                  <a:cubicBezTo>
                    <a:pt x="42" y="24"/>
                    <a:pt x="36" y="32"/>
                    <a:pt x="31" y="34"/>
                  </a:cubicBezTo>
                  <a:cubicBezTo>
                    <a:pt x="30" y="35"/>
                    <a:pt x="23" y="39"/>
                    <a:pt x="21" y="37"/>
                  </a:cubicBezTo>
                  <a:cubicBezTo>
                    <a:pt x="20" y="34"/>
                    <a:pt x="24" y="31"/>
                    <a:pt x="25" y="30"/>
                  </a:cubicBezTo>
                  <a:cubicBezTo>
                    <a:pt x="29" y="26"/>
                    <a:pt x="41" y="21"/>
                    <a:pt x="42" y="15"/>
                  </a:cubicBezTo>
                  <a:cubicBezTo>
                    <a:pt x="43" y="10"/>
                    <a:pt x="32" y="9"/>
                    <a:pt x="32" y="4"/>
                  </a:cubicBezTo>
                  <a:cubicBezTo>
                    <a:pt x="34" y="0"/>
                    <a:pt x="40" y="4"/>
                    <a:pt x="44" y="3"/>
                  </a:cubicBezTo>
                  <a:cubicBezTo>
                    <a:pt x="47" y="3"/>
                    <a:pt x="49" y="2"/>
                    <a:pt x="51" y="1"/>
                  </a:cubicBezTo>
                  <a:close/>
                  <a:moveTo>
                    <a:pt x="12" y="35"/>
                  </a:moveTo>
                  <a:cubicBezTo>
                    <a:pt x="11" y="40"/>
                    <a:pt x="10" y="45"/>
                    <a:pt x="9" y="50"/>
                  </a:cubicBezTo>
                  <a:cubicBezTo>
                    <a:pt x="8" y="51"/>
                    <a:pt x="8" y="55"/>
                    <a:pt x="6" y="54"/>
                  </a:cubicBezTo>
                  <a:cubicBezTo>
                    <a:pt x="3" y="54"/>
                    <a:pt x="0" y="50"/>
                    <a:pt x="1" y="47"/>
                  </a:cubicBezTo>
                  <a:cubicBezTo>
                    <a:pt x="3" y="42"/>
                    <a:pt x="6" y="36"/>
                    <a:pt x="9" y="30"/>
                  </a:cubicBezTo>
                  <a:cubicBezTo>
                    <a:pt x="12" y="26"/>
                    <a:pt x="13" y="27"/>
                    <a:pt x="12" y="35"/>
                  </a:cubicBezTo>
                  <a:close/>
                  <a:moveTo>
                    <a:pt x="52" y="30"/>
                  </a:moveTo>
                  <a:cubicBezTo>
                    <a:pt x="46" y="32"/>
                    <a:pt x="49" y="37"/>
                    <a:pt x="46" y="43"/>
                  </a:cubicBezTo>
                  <a:cubicBezTo>
                    <a:pt x="44" y="47"/>
                    <a:pt x="39" y="49"/>
                    <a:pt x="33" y="51"/>
                  </a:cubicBezTo>
                  <a:cubicBezTo>
                    <a:pt x="32" y="52"/>
                    <a:pt x="32" y="53"/>
                    <a:pt x="34" y="53"/>
                  </a:cubicBezTo>
                  <a:cubicBezTo>
                    <a:pt x="35" y="54"/>
                    <a:pt x="37" y="54"/>
                    <a:pt x="38" y="55"/>
                  </a:cubicBezTo>
                  <a:cubicBezTo>
                    <a:pt x="38" y="60"/>
                    <a:pt x="30" y="56"/>
                    <a:pt x="28" y="60"/>
                  </a:cubicBezTo>
                  <a:cubicBezTo>
                    <a:pt x="28" y="61"/>
                    <a:pt x="27" y="61"/>
                    <a:pt x="27" y="62"/>
                  </a:cubicBezTo>
                  <a:cubicBezTo>
                    <a:pt x="29" y="65"/>
                    <a:pt x="34" y="63"/>
                    <a:pt x="36" y="66"/>
                  </a:cubicBezTo>
                  <a:cubicBezTo>
                    <a:pt x="37" y="68"/>
                    <a:pt x="35" y="73"/>
                    <a:pt x="35" y="76"/>
                  </a:cubicBezTo>
                  <a:cubicBezTo>
                    <a:pt x="36" y="78"/>
                    <a:pt x="37" y="77"/>
                    <a:pt x="39" y="76"/>
                  </a:cubicBezTo>
                  <a:cubicBezTo>
                    <a:pt x="41" y="74"/>
                    <a:pt x="45" y="69"/>
                    <a:pt x="46" y="67"/>
                  </a:cubicBezTo>
                  <a:cubicBezTo>
                    <a:pt x="46" y="65"/>
                    <a:pt x="46" y="63"/>
                    <a:pt x="48" y="62"/>
                  </a:cubicBezTo>
                  <a:cubicBezTo>
                    <a:pt x="49" y="61"/>
                    <a:pt x="52" y="62"/>
                    <a:pt x="54" y="61"/>
                  </a:cubicBezTo>
                  <a:cubicBezTo>
                    <a:pt x="56" y="61"/>
                    <a:pt x="56" y="60"/>
                    <a:pt x="55" y="59"/>
                  </a:cubicBezTo>
                  <a:cubicBezTo>
                    <a:pt x="53" y="58"/>
                    <a:pt x="50" y="56"/>
                    <a:pt x="50" y="55"/>
                  </a:cubicBezTo>
                  <a:cubicBezTo>
                    <a:pt x="51" y="53"/>
                    <a:pt x="56" y="53"/>
                    <a:pt x="57" y="50"/>
                  </a:cubicBezTo>
                  <a:cubicBezTo>
                    <a:pt x="57" y="47"/>
                    <a:pt x="52" y="46"/>
                    <a:pt x="54" y="41"/>
                  </a:cubicBezTo>
                  <a:cubicBezTo>
                    <a:pt x="54" y="40"/>
                    <a:pt x="54" y="39"/>
                    <a:pt x="55" y="39"/>
                  </a:cubicBezTo>
                  <a:cubicBezTo>
                    <a:pt x="60" y="36"/>
                    <a:pt x="83" y="36"/>
                    <a:pt x="85" y="41"/>
                  </a:cubicBezTo>
                  <a:cubicBezTo>
                    <a:pt x="89" y="53"/>
                    <a:pt x="77" y="72"/>
                    <a:pt x="65" y="73"/>
                  </a:cubicBezTo>
                  <a:cubicBezTo>
                    <a:pt x="63" y="73"/>
                    <a:pt x="58" y="73"/>
                    <a:pt x="60" y="76"/>
                  </a:cubicBezTo>
                  <a:cubicBezTo>
                    <a:pt x="61" y="80"/>
                    <a:pt x="69" y="84"/>
                    <a:pt x="72" y="83"/>
                  </a:cubicBezTo>
                  <a:cubicBezTo>
                    <a:pt x="78" y="80"/>
                    <a:pt x="84" y="64"/>
                    <a:pt x="87" y="57"/>
                  </a:cubicBezTo>
                  <a:cubicBezTo>
                    <a:pt x="89" y="54"/>
                    <a:pt x="92" y="52"/>
                    <a:pt x="93" y="49"/>
                  </a:cubicBezTo>
                  <a:cubicBezTo>
                    <a:pt x="94" y="45"/>
                    <a:pt x="94" y="35"/>
                    <a:pt x="93" y="33"/>
                  </a:cubicBezTo>
                  <a:cubicBezTo>
                    <a:pt x="91" y="30"/>
                    <a:pt x="88" y="32"/>
                    <a:pt x="81" y="32"/>
                  </a:cubicBezTo>
                  <a:cubicBezTo>
                    <a:pt x="74" y="31"/>
                    <a:pt x="61" y="30"/>
                    <a:pt x="52" y="30"/>
                  </a:cubicBezTo>
                  <a:close/>
                  <a:moveTo>
                    <a:pt x="37" y="43"/>
                  </a:moveTo>
                  <a:cubicBezTo>
                    <a:pt x="37" y="44"/>
                    <a:pt x="37" y="45"/>
                    <a:pt x="36" y="45"/>
                  </a:cubicBezTo>
                  <a:cubicBezTo>
                    <a:pt x="35" y="46"/>
                    <a:pt x="31" y="46"/>
                    <a:pt x="30" y="45"/>
                  </a:cubicBezTo>
                  <a:cubicBezTo>
                    <a:pt x="29" y="44"/>
                    <a:pt x="29" y="44"/>
                    <a:pt x="30" y="43"/>
                  </a:cubicBezTo>
                  <a:cubicBezTo>
                    <a:pt x="31" y="42"/>
                    <a:pt x="36" y="42"/>
                    <a:pt x="37" y="43"/>
                  </a:cubicBezTo>
                  <a:close/>
                </a:path>
              </a:pathLst>
            </a:custGeom>
            <a:solidFill>
              <a:srgbClr val="14378B"/>
            </a:solidFill>
            <a:ln>
              <a:noFill/>
            </a:ln>
          </p:spPr>
          <p:txBody>
            <a:bodyPr anchor="ctr"/>
            <a:p>
              <a:pPr algn="ctr"/>
            </a:p>
          </p:txBody>
        </p:sp>
        <p:sp>
          <p:nvSpPr>
            <p:cNvPr id="20" name="išļidè"/>
            <p:cNvSpPr/>
            <p:nvPr>
              <p:custDataLst>
                <p:tags r:id="rId41"/>
              </p:custDataLst>
            </p:nvPr>
          </p:nvSpPr>
          <p:spPr bwMode="auto">
            <a:xfrm>
              <a:off x="6135492" y="2106629"/>
              <a:ext cx="106209" cy="100899"/>
            </a:xfrm>
            <a:custGeom>
              <a:avLst/>
              <a:gdLst>
                <a:gd name="T0" fmla="*/ 35 w 76"/>
                <a:gd name="T1" fmla="*/ 0 h 72"/>
                <a:gd name="T2" fmla="*/ 38 w 76"/>
                <a:gd name="T3" fmla="*/ 20 h 72"/>
                <a:gd name="T4" fmla="*/ 38 w 76"/>
                <a:gd name="T5" fmla="*/ 26 h 72"/>
                <a:gd name="T6" fmla="*/ 64 w 76"/>
                <a:gd name="T7" fmla="*/ 31 h 72"/>
                <a:gd name="T8" fmla="*/ 61 w 76"/>
                <a:gd name="T9" fmla="*/ 37 h 72"/>
                <a:gd name="T10" fmla="*/ 36 w 76"/>
                <a:gd name="T11" fmla="*/ 35 h 72"/>
                <a:gd name="T12" fmla="*/ 31 w 76"/>
                <a:gd name="T13" fmla="*/ 44 h 72"/>
                <a:gd name="T14" fmla="*/ 19 w 76"/>
                <a:gd name="T15" fmla="*/ 55 h 72"/>
                <a:gd name="T16" fmla="*/ 10 w 76"/>
                <a:gd name="T17" fmla="*/ 56 h 72"/>
                <a:gd name="T18" fmla="*/ 21 w 76"/>
                <a:gd name="T19" fmla="*/ 45 h 72"/>
                <a:gd name="T20" fmla="*/ 24 w 76"/>
                <a:gd name="T21" fmla="*/ 38 h 72"/>
                <a:gd name="T22" fmla="*/ 0 w 76"/>
                <a:gd name="T23" fmla="*/ 34 h 72"/>
                <a:gd name="T24" fmla="*/ 0 w 76"/>
                <a:gd name="T25" fmla="*/ 34 h 72"/>
                <a:gd name="T26" fmla="*/ 7 w 76"/>
                <a:gd name="T27" fmla="*/ 31 h 72"/>
                <a:gd name="T28" fmla="*/ 25 w 76"/>
                <a:gd name="T29" fmla="*/ 30 h 72"/>
                <a:gd name="T30" fmla="*/ 32 w 76"/>
                <a:gd name="T31" fmla="*/ 14 h 72"/>
                <a:gd name="T32" fmla="*/ 35 w 76"/>
                <a:gd name="T33" fmla="*/ 0 h 72"/>
                <a:gd name="T34" fmla="*/ 52 w 76"/>
                <a:gd name="T35" fmla="*/ 49 h 72"/>
                <a:gd name="T36" fmla="*/ 48 w 76"/>
                <a:gd name="T37" fmla="*/ 50 h 72"/>
                <a:gd name="T38" fmla="*/ 51 w 76"/>
                <a:gd name="T39" fmla="*/ 54 h 72"/>
                <a:gd name="T40" fmla="*/ 55 w 76"/>
                <a:gd name="T41" fmla="*/ 57 h 72"/>
                <a:gd name="T42" fmla="*/ 67 w 76"/>
                <a:gd name="T43" fmla="*/ 69 h 72"/>
                <a:gd name="T44" fmla="*/ 74 w 76"/>
                <a:gd name="T45" fmla="*/ 70 h 72"/>
                <a:gd name="T46" fmla="*/ 72 w 76"/>
                <a:gd name="T47" fmla="*/ 61 h 72"/>
                <a:gd name="T48" fmla="*/ 52 w 76"/>
                <a:gd name="T49" fmla="*/ 49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6" h="72">
                  <a:moveTo>
                    <a:pt x="35" y="0"/>
                  </a:moveTo>
                  <a:cubicBezTo>
                    <a:pt x="42" y="0"/>
                    <a:pt x="40" y="15"/>
                    <a:pt x="38" y="20"/>
                  </a:cubicBezTo>
                  <a:cubicBezTo>
                    <a:pt x="38" y="22"/>
                    <a:pt x="37" y="25"/>
                    <a:pt x="38" y="26"/>
                  </a:cubicBezTo>
                  <a:cubicBezTo>
                    <a:pt x="40" y="28"/>
                    <a:pt x="61" y="30"/>
                    <a:pt x="64" y="31"/>
                  </a:cubicBezTo>
                  <a:cubicBezTo>
                    <a:pt x="68" y="32"/>
                    <a:pt x="68" y="38"/>
                    <a:pt x="61" y="37"/>
                  </a:cubicBezTo>
                  <a:cubicBezTo>
                    <a:pt x="57" y="36"/>
                    <a:pt x="40" y="34"/>
                    <a:pt x="36" y="35"/>
                  </a:cubicBezTo>
                  <a:cubicBezTo>
                    <a:pt x="33" y="36"/>
                    <a:pt x="32" y="41"/>
                    <a:pt x="31" y="44"/>
                  </a:cubicBezTo>
                  <a:cubicBezTo>
                    <a:pt x="28" y="49"/>
                    <a:pt x="24" y="53"/>
                    <a:pt x="19" y="55"/>
                  </a:cubicBezTo>
                  <a:cubicBezTo>
                    <a:pt x="18" y="56"/>
                    <a:pt x="10" y="59"/>
                    <a:pt x="10" y="56"/>
                  </a:cubicBezTo>
                  <a:cubicBezTo>
                    <a:pt x="10" y="54"/>
                    <a:pt x="18" y="49"/>
                    <a:pt x="21" y="45"/>
                  </a:cubicBezTo>
                  <a:cubicBezTo>
                    <a:pt x="24" y="42"/>
                    <a:pt x="26" y="39"/>
                    <a:pt x="24" y="38"/>
                  </a:cubicBezTo>
                  <a:cubicBezTo>
                    <a:pt x="21" y="33"/>
                    <a:pt x="5" y="39"/>
                    <a:pt x="0" y="34"/>
                  </a:cubicBezTo>
                  <a:cubicBezTo>
                    <a:pt x="0" y="34"/>
                    <a:pt x="0" y="34"/>
                    <a:pt x="0" y="34"/>
                  </a:cubicBezTo>
                  <a:cubicBezTo>
                    <a:pt x="1" y="32"/>
                    <a:pt x="5" y="31"/>
                    <a:pt x="7" y="31"/>
                  </a:cubicBezTo>
                  <a:cubicBezTo>
                    <a:pt x="13" y="32"/>
                    <a:pt x="21" y="33"/>
                    <a:pt x="25" y="30"/>
                  </a:cubicBezTo>
                  <a:cubicBezTo>
                    <a:pt x="29" y="27"/>
                    <a:pt x="32" y="20"/>
                    <a:pt x="32" y="14"/>
                  </a:cubicBezTo>
                  <a:cubicBezTo>
                    <a:pt x="33" y="8"/>
                    <a:pt x="29" y="2"/>
                    <a:pt x="35" y="0"/>
                  </a:cubicBezTo>
                  <a:close/>
                  <a:moveTo>
                    <a:pt x="52" y="49"/>
                  </a:moveTo>
                  <a:cubicBezTo>
                    <a:pt x="50" y="49"/>
                    <a:pt x="48" y="48"/>
                    <a:pt x="48" y="50"/>
                  </a:cubicBezTo>
                  <a:cubicBezTo>
                    <a:pt x="48" y="52"/>
                    <a:pt x="49" y="53"/>
                    <a:pt x="51" y="54"/>
                  </a:cubicBezTo>
                  <a:cubicBezTo>
                    <a:pt x="52" y="55"/>
                    <a:pt x="54" y="56"/>
                    <a:pt x="55" y="57"/>
                  </a:cubicBezTo>
                  <a:cubicBezTo>
                    <a:pt x="58" y="61"/>
                    <a:pt x="63" y="66"/>
                    <a:pt x="67" y="69"/>
                  </a:cubicBezTo>
                  <a:cubicBezTo>
                    <a:pt x="68" y="70"/>
                    <a:pt x="72" y="72"/>
                    <a:pt x="74" y="70"/>
                  </a:cubicBezTo>
                  <a:cubicBezTo>
                    <a:pt x="76" y="67"/>
                    <a:pt x="74" y="63"/>
                    <a:pt x="72" y="61"/>
                  </a:cubicBezTo>
                  <a:cubicBezTo>
                    <a:pt x="69" y="58"/>
                    <a:pt x="59" y="51"/>
                    <a:pt x="52" y="49"/>
                  </a:cubicBezTo>
                  <a:close/>
                </a:path>
              </a:pathLst>
            </a:custGeom>
            <a:solidFill>
              <a:srgbClr val="14378B"/>
            </a:solidFill>
            <a:ln>
              <a:noFill/>
            </a:ln>
          </p:spPr>
          <p:txBody>
            <a:bodyPr anchor="ctr"/>
            <a:p>
              <a:pPr algn="ctr"/>
            </a:p>
          </p:txBody>
        </p:sp>
        <p:sp>
          <p:nvSpPr>
            <p:cNvPr id="21" name="îṥ1íḋè"/>
            <p:cNvSpPr/>
            <p:nvPr>
              <p:custDataLst>
                <p:tags r:id="rId42"/>
              </p:custDataLst>
            </p:nvPr>
          </p:nvSpPr>
          <p:spPr bwMode="auto">
            <a:xfrm>
              <a:off x="5373440" y="1497254"/>
              <a:ext cx="98244" cy="83641"/>
            </a:xfrm>
            <a:custGeom>
              <a:avLst/>
              <a:gdLst>
                <a:gd name="T0" fmla="*/ 43 w 70"/>
                <a:gd name="T1" fmla="*/ 9 h 60"/>
                <a:gd name="T2" fmla="*/ 45 w 70"/>
                <a:gd name="T3" fmla="*/ 0 h 60"/>
                <a:gd name="T4" fmla="*/ 62 w 70"/>
                <a:gd name="T5" fmla="*/ 9 h 60"/>
                <a:gd name="T6" fmla="*/ 69 w 70"/>
                <a:gd name="T7" fmla="*/ 26 h 60"/>
                <a:gd name="T8" fmla="*/ 66 w 70"/>
                <a:gd name="T9" fmla="*/ 44 h 60"/>
                <a:gd name="T10" fmla="*/ 54 w 70"/>
                <a:gd name="T11" fmla="*/ 55 h 60"/>
                <a:gd name="T12" fmla="*/ 36 w 70"/>
                <a:gd name="T13" fmla="*/ 60 h 60"/>
                <a:gd name="T14" fmla="*/ 18 w 70"/>
                <a:gd name="T15" fmla="*/ 57 h 60"/>
                <a:gd name="T16" fmla="*/ 5 w 70"/>
                <a:gd name="T17" fmla="*/ 46 h 60"/>
                <a:gd name="T18" fmla="*/ 0 w 70"/>
                <a:gd name="T19" fmla="*/ 30 h 60"/>
                <a:gd name="T20" fmla="*/ 4 w 70"/>
                <a:gd name="T21" fmla="*/ 13 h 60"/>
                <a:gd name="T22" fmla="*/ 18 w 70"/>
                <a:gd name="T23" fmla="*/ 3 h 60"/>
                <a:gd name="T24" fmla="*/ 20 w 70"/>
                <a:gd name="T25" fmla="*/ 11 h 60"/>
                <a:gd name="T26" fmla="*/ 10 w 70"/>
                <a:gd name="T27" fmla="*/ 19 h 60"/>
                <a:gd name="T28" fmla="*/ 8 w 70"/>
                <a:gd name="T29" fmla="*/ 30 h 60"/>
                <a:gd name="T30" fmla="*/ 12 w 70"/>
                <a:gd name="T31" fmla="*/ 43 h 60"/>
                <a:gd name="T32" fmla="*/ 23 w 70"/>
                <a:gd name="T33" fmla="*/ 49 h 60"/>
                <a:gd name="T34" fmla="*/ 36 w 70"/>
                <a:gd name="T35" fmla="*/ 51 h 60"/>
                <a:gd name="T36" fmla="*/ 50 w 70"/>
                <a:gd name="T37" fmla="*/ 47 h 60"/>
                <a:gd name="T38" fmla="*/ 59 w 70"/>
                <a:gd name="T39" fmla="*/ 39 h 60"/>
                <a:gd name="T40" fmla="*/ 62 w 70"/>
                <a:gd name="T41" fmla="*/ 27 h 60"/>
                <a:gd name="T42" fmla="*/ 56 w 70"/>
                <a:gd name="T43" fmla="*/ 15 h 60"/>
                <a:gd name="T44" fmla="*/ 43 w 70"/>
                <a:gd name="T45" fmla="*/ 9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70" h="60">
                  <a:moveTo>
                    <a:pt x="43" y="9"/>
                  </a:moveTo>
                  <a:cubicBezTo>
                    <a:pt x="45" y="0"/>
                    <a:pt x="45" y="0"/>
                    <a:pt x="45" y="0"/>
                  </a:cubicBezTo>
                  <a:cubicBezTo>
                    <a:pt x="52" y="1"/>
                    <a:pt x="58" y="4"/>
                    <a:pt x="62" y="9"/>
                  </a:cubicBezTo>
                  <a:cubicBezTo>
                    <a:pt x="66" y="13"/>
                    <a:pt x="69" y="19"/>
                    <a:pt x="69" y="26"/>
                  </a:cubicBezTo>
                  <a:cubicBezTo>
                    <a:pt x="70" y="33"/>
                    <a:pt x="69" y="39"/>
                    <a:pt x="66" y="44"/>
                  </a:cubicBezTo>
                  <a:cubicBezTo>
                    <a:pt x="63" y="48"/>
                    <a:pt x="59" y="52"/>
                    <a:pt x="54" y="55"/>
                  </a:cubicBezTo>
                  <a:cubicBezTo>
                    <a:pt x="49" y="58"/>
                    <a:pt x="43" y="59"/>
                    <a:pt x="36" y="60"/>
                  </a:cubicBezTo>
                  <a:cubicBezTo>
                    <a:pt x="29" y="60"/>
                    <a:pt x="23" y="59"/>
                    <a:pt x="18" y="57"/>
                  </a:cubicBezTo>
                  <a:cubicBezTo>
                    <a:pt x="12" y="55"/>
                    <a:pt x="8" y="51"/>
                    <a:pt x="5" y="46"/>
                  </a:cubicBezTo>
                  <a:cubicBezTo>
                    <a:pt x="2" y="42"/>
                    <a:pt x="1" y="36"/>
                    <a:pt x="0" y="30"/>
                  </a:cubicBezTo>
                  <a:cubicBezTo>
                    <a:pt x="0" y="24"/>
                    <a:pt x="1" y="18"/>
                    <a:pt x="4" y="13"/>
                  </a:cubicBezTo>
                  <a:cubicBezTo>
                    <a:pt x="7" y="8"/>
                    <a:pt x="12" y="5"/>
                    <a:pt x="18" y="3"/>
                  </a:cubicBezTo>
                  <a:cubicBezTo>
                    <a:pt x="20" y="11"/>
                    <a:pt x="20" y="11"/>
                    <a:pt x="20" y="11"/>
                  </a:cubicBezTo>
                  <a:cubicBezTo>
                    <a:pt x="16" y="13"/>
                    <a:pt x="12" y="16"/>
                    <a:pt x="10" y="19"/>
                  </a:cubicBezTo>
                  <a:cubicBezTo>
                    <a:pt x="8" y="22"/>
                    <a:pt x="7" y="26"/>
                    <a:pt x="8" y="30"/>
                  </a:cubicBezTo>
                  <a:cubicBezTo>
                    <a:pt x="8" y="35"/>
                    <a:pt x="10" y="39"/>
                    <a:pt x="12" y="43"/>
                  </a:cubicBezTo>
                  <a:cubicBezTo>
                    <a:pt x="15" y="46"/>
                    <a:pt x="18" y="48"/>
                    <a:pt x="23" y="49"/>
                  </a:cubicBezTo>
                  <a:cubicBezTo>
                    <a:pt x="27" y="50"/>
                    <a:pt x="31" y="51"/>
                    <a:pt x="36" y="51"/>
                  </a:cubicBezTo>
                  <a:cubicBezTo>
                    <a:pt x="41" y="50"/>
                    <a:pt x="46" y="49"/>
                    <a:pt x="50" y="47"/>
                  </a:cubicBezTo>
                  <a:cubicBezTo>
                    <a:pt x="54" y="45"/>
                    <a:pt x="57" y="42"/>
                    <a:pt x="59" y="39"/>
                  </a:cubicBezTo>
                  <a:cubicBezTo>
                    <a:pt x="61" y="35"/>
                    <a:pt x="62" y="31"/>
                    <a:pt x="62" y="27"/>
                  </a:cubicBezTo>
                  <a:cubicBezTo>
                    <a:pt x="61" y="22"/>
                    <a:pt x="60" y="18"/>
                    <a:pt x="56" y="15"/>
                  </a:cubicBezTo>
                  <a:cubicBezTo>
                    <a:pt x="53" y="12"/>
                    <a:pt x="49" y="10"/>
                    <a:pt x="43" y="9"/>
                  </a:cubicBezTo>
                  <a:close/>
                </a:path>
              </a:pathLst>
            </a:custGeom>
            <a:solidFill>
              <a:srgbClr val="14378B"/>
            </a:solidFill>
            <a:ln>
              <a:noFill/>
            </a:ln>
          </p:spPr>
          <p:txBody>
            <a:bodyPr anchor="ctr"/>
            <a:p>
              <a:pPr algn="ctr"/>
            </a:p>
          </p:txBody>
        </p:sp>
        <p:sp>
          <p:nvSpPr>
            <p:cNvPr id="22" name="îṥļíďè"/>
            <p:cNvSpPr/>
            <p:nvPr>
              <p:custDataLst>
                <p:tags r:id="rId43"/>
              </p:custDataLst>
            </p:nvPr>
          </p:nvSpPr>
          <p:spPr bwMode="auto">
            <a:xfrm>
              <a:off x="5370785" y="1396355"/>
              <a:ext cx="99572" cy="75673"/>
            </a:xfrm>
            <a:custGeom>
              <a:avLst/>
              <a:gdLst>
                <a:gd name="T0" fmla="*/ 70 w 75"/>
                <a:gd name="T1" fmla="*/ 57 h 57"/>
                <a:gd name="T2" fmla="*/ 0 w 75"/>
                <a:gd name="T3" fmla="*/ 51 h 57"/>
                <a:gd name="T4" fmla="*/ 5 w 75"/>
                <a:gd name="T5" fmla="*/ 0 h 57"/>
                <a:gd name="T6" fmla="*/ 13 w 75"/>
                <a:gd name="T7" fmla="*/ 0 h 57"/>
                <a:gd name="T8" fmla="*/ 9 w 75"/>
                <a:gd name="T9" fmla="*/ 42 h 57"/>
                <a:gd name="T10" fmla="*/ 31 w 75"/>
                <a:gd name="T11" fmla="*/ 43 h 57"/>
                <a:gd name="T12" fmla="*/ 34 w 75"/>
                <a:gd name="T13" fmla="*/ 6 h 57"/>
                <a:gd name="T14" fmla="*/ 42 w 75"/>
                <a:gd name="T15" fmla="*/ 6 h 57"/>
                <a:gd name="T16" fmla="*/ 39 w 75"/>
                <a:gd name="T17" fmla="*/ 44 h 57"/>
                <a:gd name="T18" fmla="*/ 62 w 75"/>
                <a:gd name="T19" fmla="*/ 47 h 57"/>
                <a:gd name="T20" fmla="*/ 66 w 75"/>
                <a:gd name="T21" fmla="*/ 3 h 57"/>
                <a:gd name="T22" fmla="*/ 75 w 75"/>
                <a:gd name="T23" fmla="*/ 5 h 57"/>
                <a:gd name="T24" fmla="*/ 70 w 75"/>
                <a:gd name="T25"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5" h="57">
                  <a:moveTo>
                    <a:pt x="70" y="57"/>
                  </a:moveTo>
                  <a:lnTo>
                    <a:pt x="0" y="51"/>
                  </a:lnTo>
                  <a:lnTo>
                    <a:pt x="5" y="0"/>
                  </a:lnTo>
                  <a:lnTo>
                    <a:pt x="13" y="0"/>
                  </a:lnTo>
                  <a:lnTo>
                    <a:pt x="9" y="42"/>
                  </a:lnTo>
                  <a:lnTo>
                    <a:pt x="31" y="43"/>
                  </a:lnTo>
                  <a:lnTo>
                    <a:pt x="34" y="6"/>
                  </a:lnTo>
                  <a:lnTo>
                    <a:pt x="42" y="6"/>
                  </a:lnTo>
                  <a:lnTo>
                    <a:pt x="39" y="44"/>
                  </a:lnTo>
                  <a:lnTo>
                    <a:pt x="62" y="47"/>
                  </a:lnTo>
                  <a:lnTo>
                    <a:pt x="66" y="3"/>
                  </a:lnTo>
                  <a:lnTo>
                    <a:pt x="75" y="5"/>
                  </a:lnTo>
                  <a:lnTo>
                    <a:pt x="70" y="57"/>
                  </a:lnTo>
                  <a:close/>
                </a:path>
              </a:pathLst>
            </a:custGeom>
            <a:solidFill>
              <a:srgbClr val="14378B"/>
            </a:solidFill>
            <a:ln>
              <a:noFill/>
            </a:ln>
          </p:spPr>
          <p:txBody>
            <a:bodyPr anchor="ctr"/>
            <a:p>
              <a:pPr algn="ctr"/>
            </a:p>
          </p:txBody>
        </p:sp>
        <p:sp>
          <p:nvSpPr>
            <p:cNvPr id="23" name="iŝlíďê"/>
            <p:cNvSpPr/>
            <p:nvPr>
              <p:custDataLst>
                <p:tags r:id="rId44"/>
              </p:custDataLst>
            </p:nvPr>
          </p:nvSpPr>
          <p:spPr bwMode="auto">
            <a:xfrm>
              <a:off x="5381406" y="1283507"/>
              <a:ext cx="106209" cy="95588"/>
            </a:xfrm>
            <a:custGeom>
              <a:avLst/>
              <a:gdLst>
                <a:gd name="T0" fmla="*/ 67 w 80"/>
                <a:gd name="T1" fmla="*/ 72 h 72"/>
                <a:gd name="T2" fmla="*/ 0 w 80"/>
                <a:gd name="T3" fmla="*/ 55 h 72"/>
                <a:gd name="T4" fmla="*/ 2 w 80"/>
                <a:gd name="T5" fmla="*/ 45 h 72"/>
                <a:gd name="T6" fmla="*/ 64 w 80"/>
                <a:gd name="T7" fmla="*/ 22 h 72"/>
                <a:gd name="T8" fmla="*/ 10 w 80"/>
                <a:gd name="T9" fmla="*/ 10 h 72"/>
                <a:gd name="T10" fmla="*/ 12 w 80"/>
                <a:gd name="T11" fmla="*/ 0 h 72"/>
                <a:gd name="T12" fmla="*/ 80 w 80"/>
                <a:gd name="T13" fmla="*/ 18 h 72"/>
                <a:gd name="T14" fmla="*/ 78 w 80"/>
                <a:gd name="T15" fmla="*/ 27 h 72"/>
                <a:gd name="T16" fmla="*/ 15 w 80"/>
                <a:gd name="T17" fmla="*/ 50 h 72"/>
                <a:gd name="T18" fmla="*/ 70 w 80"/>
                <a:gd name="T19" fmla="*/ 62 h 72"/>
                <a:gd name="T20" fmla="*/ 67 w 80"/>
                <a:gd name="T21" fmla="*/ 7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72">
                  <a:moveTo>
                    <a:pt x="67" y="72"/>
                  </a:moveTo>
                  <a:lnTo>
                    <a:pt x="0" y="55"/>
                  </a:lnTo>
                  <a:lnTo>
                    <a:pt x="2" y="45"/>
                  </a:lnTo>
                  <a:lnTo>
                    <a:pt x="64" y="22"/>
                  </a:lnTo>
                  <a:lnTo>
                    <a:pt x="10" y="10"/>
                  </a:lnTo>
                  <a:lnTo>
                    <a:pt x="12" y="0"/>
                  </a:lnTo>
                  <a:lnTo>
                    <a:pt x="80" y="18"/>
                  </a:lnTo>
                  <a:lnTo>
                    <a:pt x="78" y="27"/>
                  </a:lnTo>
                  <a:lnTo>
                    <a:pt x="15" y="50"/>
                  </a:lnTo>
                  <a:lnTo>
                    <a:pt x="70" y="62"/>
                  </a:lnTo>
                  <a:lnTo>
                    <a:pt x="67" y="72"/>
                  </a:lnTo>
                  <a:close/>
                </a:path>
              </a:pathLst>
            </a:custGeom>
            <a:solidFill>
              <a:srgbClr val="14378B"/>
            </a:solidFill>
            <a:ln>
              <a:noFill/>
            </a:ln>
          </p:spPr>
          <p:txBody>
            <a:bodyPr anchor="ctr"/>
            <a:p>
              <a:pPr algn="ctr"/>
            </a:p>
          </p:txBody>
        </p:sp>
        <p:sp>
          <p:nvSpPr>
            <p:cNvPr id="24" name="î$ḷîďe"/>
            <p:cNvSpPr/>
            <p:nvPr>
              <p:custDataLst>
                <p:tags r:id="rId45"/>
              </p:custDataLst>
            </p:nvPr>
          </p:nvSpPr>
          <p:spPr bwMode="auto">
            <a:xfrm>
              <a:off x="5405302" y="1182609"/>
              <a:ext cx="102228" cy="74347"/>
            </a:xfrm>
            <a:custGeom>
              <a:avLst/>
              <a:gdLst>
                <a:gd name="T0" fmla="*/ 74 w 77"/>
                <a:gd name="T1" fmla="*/ 56 h 56"/>
                <a:gd name="T2" fmla="*/ 16 w 77"/>
                <a:gd name="T3" fmla="*/ 33 h 56"/>
                <a:gd name="T4" fmla="*/ 8 w 77"/>
                <a:gd name="T5" fmla="*/ 54 h 56"/>
                <a:gd name="T6" fmla="*/ 0 w 77"/>
                <a:gd name="T7" fmla="*/ 51 h 56"/>
                <a:gd name="T8" fmla="*/ 20 w 77"/>
                <a:gd name="T9" fmla="*/ 0 h 56"/>
                <a:gd name="T10" fmla="*/ 28 w 77"/>
                <a:gd name="T11" fmla="*/ 3 h 56"/>
                <a:gd name="T12" fmla="*/ 19 w 77"/>
                <a:gd name="T13" fmla="*/ 25 h 56"/>
                <a:gd name="T14" fmla="*/ 77 w 77"/>
                <a:gd name="T15" fmla="*/ 48 h 56"/>
                <a:gd name="T16" fmla="*/ 74 w 77"/>
                <a:gd name="T17"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7" h="56">
                  <a:moveTo>
                    <a:pt x="74" y="56"/>
                  </a:moveTo>
                  <a:lnTo>
                    <a:pt x="16" y="33"/>
                  </a:lnTo>
                  <a:lnTo>
                    <a:pt x="8" y="54"/>
                  </a:lnTo>
                  <a:lnTo>
                    <a:pt x="0" y="51"/>
                  </a:lnTo>
                  <a:lnTo>
                    <a:pt x="20" y="0"/>
                  </a:lnTo>
                  <a:lnTo>
                    <a:pt x="28" y="3"/>
                  </a:lnTo>
                  <a:lnTo>
                    <a:pt x="19" y="25"/>
                  </a:lnTo>
                  <a:lnTo>
                    <a:pt x="77" y="48"/>
                  </a:lnTo>
                  <a:lnTo>
                    <a:pt x="74" y="56"/>
                  </a:lnTo>
                  <a:close/>
                </a:path>
              </a:pathLst>
            </a:custGeom>
            <a:solidFill>
              <a:srgbClr val="14378B"/>
            </a:solidFill>
            <a:ln>
              <a:noFill/>
            </a:ln>
          </p:spPr>
          <p:txBody>
            <a:bodyPr anchor="ctr"/>
            <a:p>
              <a:pPr algn="ctr"/>
            </a:p>
          </p:txBody>
        </p:sp>
        <p:sp>
          <p:nvSpPr>
            <p:cNvPr id="25" name="íšḷïḋè"/>
            <p:cNvSpPr/>
            <p:nvPr>
              <p:custDataLst>
                <p:tags r:id="rId46"/>
              </p:custDataLst>
            </p:nvPr>
          </p:nvSpPr>
          <p:spPr bwMode="auto">
            <a:xfrm>
              <a:off x="5445132" y="1094988"/>
              <a:ext cx="122140" cy="102227"/>
            </a:xfrm>
            <a:custGeom>
              <a:avLst/>
              <a:gdLst>
                <a:gd name="T0" fmla="*/ 58 w 88"/>
                <a:gd name="T1" fmla="*/ 73 h 73"/>
                <a:gd name="T2" fmla="*/ 0 w 88"/>
                <a:gd name="T3" fmla="*/ 40 h 73"/>
                <a:gd name="T4" fmla="*/ 15 w 88"/>
                <a:gd name="T5" fmla="*/ 14 h 73"/>
                <a:gd name="T6" fmla="*/ 23 w 88"/>
                <a:gd name="T7" fmla="*/ 3 h 73"/>
                <a:gd name="T8" fmla="*/ 33 w 88"/>
                <a:gd name="T9" fmla="*/ 0 h 73"/>
                <a:gd name="T10" fmla="*/ 43 w 88"/>
                <a:gd name="T11" fmla="*/ 3 h 73"/>
                <a:gd name="T12" fmla="*/ 51 w 88"/>
                <a:gd name="T13" fmla="*/ 13 h 73"/>
                <a:gd name="T14" fmla="*/ 49 w 88"/>
                <a:gd name="T15" fmla="*/ 28 h 73"/>
                <a:gd name="T16" fmla="*/ 55 w 88"/>
                <a:gd name="T17" fmla="*/ 25 h 73"/>
                <a:gd name="T18" fmla="*/ 66 w 88"/>
                <a:gd name="T19" fmla="*/ 23 h 73"/>
                <a:gd name="T20" fmla="*/ 88 w 88"/>
                <a:gd name="T21" fmla="*/ 22 h 73"/>
                <a:gd name="T22" fmla="*/ 82 w 88"/>
                <a:gd name="T23" fmla="*/ 32 h 73"/>
                <a:gd name="T24" fmla="*/ 66 w 88"/>
                <a:gd name="T25" fmla="*/ 33 h 73"/>
                <a:gd name="T26" fmla="*/ 54 w 88"/>
                <a:gd name="T27" fmla="*/ 33 h 73"/>
                <a:gd name="T28" fmla="*/ 48 w 88"/>
                <a:gd name="T29" fmla="*/ 35 h 73"/>
                <a:gd name="T30" fmla="*/ 45 w 88"/>
                <a:gd name="T31" fmla="*/ 38 h 73"/>
                <a:gd name="T32" fmla="*/ 42 w 88"/>
                <a:gd name="T33" fmla="*/ 42 h 73"/>
                <a:gd name="T34" fmla="*/ 37 w 88"/>
                <a:gd name="T35" fmla="*/ 51 h 73"/>
                <a:gd name="T36" fmla="*/ 63 w 88"/>
                <a:gd name="T37" fmla="*/ 66 h 73"/>
                <a:gd name="T38" fmla="*/ 58 w 88"/>
                <a:gd name="T39" fmla="*/ 73 h 73"/>
                <a:gd name="T40" fmla="*/ 30 w 88"/>
                <a:gd name="T41" fmla="*/ 47 h 73"/>
                <a:gd name="T42" fmla="*/ 40 w 88"/>
                <a:gd name="T43" fmla="*/ 30 h 73"/>
                <a:gd name="T44" fmla="*/ 43 w 88"/>
                <a:gd name="T45" fmla="*/ 22 h 73"/>
                <a:gd name="T46" fmla="*/ 43 w 88"/>
                <a:gd name="T47" fmla="*/ 15 h 73"/>
                <a:gd name="T48" fmla="*/ 38 w 88"/>
                <a:gd name="T49" fmla="*/ 11 h 73"/>
                <a:gd name="T50" fmla="*/ 30 w 88"/>
                <a:gd name="T51" fmla="*/ 10 h 73"/>
                <a:gd name="T52" fmla="*/ 22 w 88"/>
                <a:gd name="T53" fmla="*/ 17 h 73"/>
                <a:gd name="T54" fmla="*/ 11 w 88"/>
                <a:gd name="T55" fmla="*/ 36 h 73"/>
                <a:gd name="T56" fmla="*/ 30 w 88"/>
                <a:gd name="T57" fmla="*/ 47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88" h="73">
                  <a:moveTo>
                    <a:pt x="58" y="73"/>
                  </a:moveTo>
                  <a:cubicBezTo>
                    <a:pt x="0" y="40"/>
                    <a:pt x="0" y="40"/>
                    <a:pt x="0" y="40"/>
                  </a:cubicBezTo>
                  <a:cubicBezTo>
                    <a:pt x="15" y="14"/>
                    <a:pt x="15" y="14"/>
                    <a:pt x="15" y="14"/>
                  </a:cubicBezTo>
                  <a:cubicBezTo>
                    <a:pt x="18" y="9"/>
                    <a:pt x="21" y="5"/>
                    <a:pt x="23" y="3"/>
                  </a:cubicBezTo>
                  <a:cubicBezTo>
                    <a:pt x="26" y="1"/>
                    <a:pt x="29" y="0"/>
                    <a:pt x="33" y="0"/>
                  </a:cubicBezTo>
                  <a:cubicBezTo>
                    <a:pt x="36" y="0"/>
                    <a:pt x="40" y="1"/>
                    <a:pt x="43" y="3"/>
                  </a:cubicBezTo>
                  <a:cubicBezTo>
                    <a:pt x="47" y="5"/>
                    <a:pt x="50" y="8"/>
                    <a:pt x="51" y="13"/>
                  </a:cubicBezTo>
                  <a:cubicBezTo>
                    <a:pt x="52" y="17"/>
                    <a:pt x="52" y="22"/>
                    <a:pt x="49" y="28"/>
                  </a:cubicBezTo>
                  <a:cubicBezTo>
                    <a:pt x="51" y="27"/>
                    <a:pt x="53" y="26"/>
                    <a:pt x="55" y="25"/>
                  </a:cubicBezTo>
                  <a:cubicBezTo>
                    <a:pt x="58" y="24"/>
                    <a:pt x="62" y="23"/>
                    <a:pt x="66" y="23"/>
                  </a:cubicBezTo>
                  <a:cubicBezTo>
                    <a:pt x="88" y="22"/>
                    <a:pt x="88" y="22"/>
                    <a:pt x="88" y="22"/>
                  </a:cubicBezTo>
                  <a:cubicBezTo>
                    <a:pt x="82" y="32"/>
                    <a:pt x="82" y="32"/>
                    <a:pt x="82" y="32"/>
                  </a:cubicBezTo>
                  <a:cubicBezTo>
                    <a:pt x="66" y="33"/>
                    <a:pt x="66" y="33"/>
                    <a:pt x="66" y="33"/>
                  </a:cubicBezTo>
                  <a:cubicBezTo>
                    <a:pt x="61" y="33"/>
                    <a:pt x="57" y="33"/>
                    <a:pt x="54" y="33"/>
                  </a:cubicBezTo>
                  <a:cubicBezTo>
                    <a:pt x="52" y="34"/>
                    <a:pt x="50" y="34"/>
                    <a:pt x="48" y="35"/>
                  </a:cubicBezTo>
                  <a:cubicBezTo>
                    <a:pt x="47" y="36"/>
                    <a:pt x="46" y="37"/>
                    <a:pt x="45" y="38"/>
                  </a:cubicBezTo>
                  <a:cubicBezTo>
                    <a:pt x="44" y="38"/>
                    <a:pt x="43" y="40"/>
                    <a:pt x="42" y="42"/>
                  </a:cubicBezTo>
                  <a:cubicBezTo>
                    <a:pt x="37" y="51"/>
                    <a:pt x="37" y="51"/>
                    <a:pt x="37" y="51"/>
                  </a:cubicBezTo>
                  <a:cubicBezTo>
                    <a:pt x="63" y="66"/>
                    <a:pt x="63" y="66"/>
                    <a:pt x="63" y="66"/>
                  </a:cubicBezTo>
                  <a:cubicBezTo>
                    <a:pt x="58" y="73"/>
                    <a:pt x="58" y="73"/>
                    <a:pt x="58" y="73"/>
                  </a:cubicBezTo>
                  <a:close/>
                  <a:moveTo>
                    <a:pt x="30" y="47"/>
                  </a:moveTo>
                  <a:cubicBezTo>
                    <a:pt x="40" y="30"/>
                    <a:pt x="40" y="30"/>
                    <a:pt x="40" y="30"/>
                  </a:cubicBezTo>
                  <a:cubicBezTo>
                    <a:pt x="42" y="27"/>
                    <a:pt x="43" y="24"/>
                    <a:pt x="43" y="22"/>
                  </a:cubicBezTo>
                  <a:cubicBezTo>
                    <a:pt x="44" y="19"/>
                    <a:pt x="44" y="17"/>
                    <a:pt x="43" y="15"/>
                  </a:cubicBezTo>
                  <a:cubicBezTo>
                    <a:pt x="42" y="13"/>
                    <a:pt x="40" y="12"/>
                    <a:pt x="38" y="11"/>
                  </a:cubicBezTo>
                  <a:cubicBezTo>
                    <a:pt x="35" y="9"/>
                    <a:pt x="33" y="9"/>
                    <a:pt x="30" y="10"/>
                  </a:cubicBezTo>
                  <a:cubicBezTo>
                    <a:pt x="27" y="11"/>
                    <a:pt x="24" y="13"/>
                    <a:pt x="22" y="17"/>
                  </a:cubicBezTo>
                  <a:cubicBezTo>
                    <a:pt x="11" y="36"/>
                    <a:pt x="11" y="36"/>
                    <a:pt x="11" y="36"/>
                  </a:cubicBezTo>
                  <a:lnTo>
                    <a:pt x="30" y="47"/>
                  </a:lnTo>
                  <a:close/>
                </a:path>
              </a:pathLst>
            </a:custGeom>
            <a:solidFill>
              <a:srgbClr val="14378B"/>
            </a:solidFill>
            <a:ln>
              <a:noFill/>
            </a:ln>
          </p:spPr>
          <p:txBody>
            <a:bodyPr anchor="ctr"/>
            <a:p>
              <a:pPr algn="ctr"/>
            </a:p>
          </p:txBody>
        </p:sp>
        <p:sp>
          <p:nvSpPr>
            <p:cNvPr id="67" name="ïSľiḋè"/>
            <p:cNvSpPr/>
            <p:nvPr>
              <p:custDataLst>
                <p:tags r:id="rId47"/>
              </p:custDataLst>
            </p:nvPr>
          </p:nvSpPr>
          <p:spPr bwMode="auto">
            <a:xfrm>
              <a:off x="5520806" y="1021968"/>
              <a:ext cx="103554" cy="95588"/>
            </a:xfrm>
            <a:custGeom>
              <a:avLst/>
              <a:gdLst>
                <a:gd name="T0" fmla="*/ 36 w 75"/>
                <a:gd name="T1" fmla="*/ 69 h 69"/>
                <a:gd name="T2" fmla="*/ 0 w 75"/>
                <a:gd name="T3" fmla="*/ 7 h 69"/>
                <a:gd name="T4" fmla="*/ 6 w 75"/>
                <a:gd name="T5" fmla="*/ 0 h 69"/>
                <a:gd name="T6" fmla="*/ 75 w 75"/>
                <a:gd name="T7" fmla="*/ 20 h 69"/>
                <a:gd name="T8" fmla="*/ 69 w 75"/>
                <a:gd name="T9" fmla="*/ 28 h 69"/>
                <a:gd name="T10" fmla="*/ 48 w 75"/>
                <a:gd name="T11" fmla="*/ 22 h 69"/>
                <a:gd name="T12" fmla="*/ 31 w 75"/>
                <a:gd name="T13" fmla="*/ 43 h 69"/>
                <a:gd name="T14" fmla="*/ 42 w 75"/>
                <a:gd name="T15" fmla="*/ 62 h 69"/>
                <a:gd name="T16" fmla="*/ 36 w 75"/>
                <a:gd name="T17" fmla="*/ 69 h 69"/>
                <a:gd name="T18" fmla="*/ 27 w 75"/>
                <a:gd name="T19" fmla="*/ 37 h 69"/>
                <a:gd name="T20" fmla="*/ 41 w 75"/>
                <a:gd name="T21" fmla="*/ 19 h 69"/>
                <a:gd name="T22" fmla="*/ 22 w 75"/>
                <a:gd name="T23" fmla="*/ 13 h 69"/>
                <a:gd name="T24" fmla="*/ 8 w 75"/>
                <a:gd name="T25" fmla="*/ 8 h 69"/>
                <a:gd name="T26" fmla="*/ 16 w 75"/>
                <a:gd name="T27" fmla="*/ 19 h 69"/>
                <a:gd name="T28" fmla="*/ 27 w 75"/>
                <a:gd name="T29" fmla="*/ 3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5" h="69">
                  <a:moveTo>
                    <a:pt x="36" y="69"/>
                  </a:moveTo>
                  <a:cubicBezTo>
                    <a:pt x="0" y="7"/>
                    <a:pt x="0" y="7"/>
                    <a:pt x="0" y="7"/>
                  </a:cubicBezTo>
                  <a:cubicBezTo>
                    <a:pt x="6" y="0"/>
                    <a:pt x="6" y="0"/>
                    <a:pt x="6" y="0"/>
                  </a:cubicBezTo>
                  <a:cubicBezTo>
                    <a:pt x="75" y="20"/>
                    <a:pt x="75" y="20"/>
                    <a:pt x="75" y="20"/>
                  </a:cubicBezTo>
                  <a:cubicBezTo>
                    <a:pt x="69" y="28"/>
                    <a:pt x="69" y="28"/>
                    <a:pt x="69" y="28"/>
                  </a:cubicBezTo>
                  <a:cubicBezTo>
                    <a:pt x="48" y="22"/>
                    <a:pt x="48" y="22"/>
                    <a:pt x="48" y="22"/>
                  </a:cubicBezTo>
                  <a:cubicBezTo>
                    <a:pt x="31" y="43"/>
                    <a:pt x="31" y="43"/>
                    <a:pt x="31" y="43"/>
                  </a:cubicBezTo>
                  <a:cubicBezTo>
                    <a:pt x="42" y="62"/>
                    <a:pt x="42" y="62"/>
                    <a:pt x="42" y="62"/>
                  </a:cubicBezTo>
                  <a:cubicBezTo>
                    <a:pt x="36" y="69"/>
                    <a:pt x="36" y="69"/>
                    <a:pt x="36" y="69"/>
                  </a:cubicBezTo>
                  <a:close/>
                  <a:moveTo>
                    <a:pt x="27" y="37"/>
                  </a:moveTo>
                  <a:cubicBezTo>
                    <a:pt x="41" y="19"/>
                    <a:pt x="41" y="19"/>
                    <a:pt x="41" y="19"/>
                  </a:cubicBezTo>
                  <a:cubicBezTo>
                    <a:pt x="22" y="13"/>
                    <a:pt x="22" y="13"/>
                    <a:pt x="22" y="13"/>
                  </a:cubicBezTo>
                  <a:cubicBezTo>
                    <a:pt x="16" y="11"/>
                    <a:pt x="12" y="9"/>
                    <a:pt x="8" y="8"/>
                  </a:cubicBezTo>
                  <a:cubicBezTo>
                    <a:pt x="11" y="11"/>
                    <a:pt x="14" y="15"/>
                    <a:pt x="16" y="19"/>
                  </a:cubicBezTo>
                  <a:lnTo>
                    <a:pt x="27" y="37"/>
                  </a:lnTo>
                  <a:close/>
                </a:path>
              </a:pathLst>
            </a:custGeom>
            <a:solidFill>
              <a:srgbClr val="14378B"/>
            </a:solidFill>
            <a:ln>
              <a:noFill/>
            </a:ln>
          </p:spPr>
          <p:txBody>
            <a:bodyPr anchor="ctr"/>
            <a:p>
              <a:pPr algn="ctr"/>
            </a:p>
          </p:txBody>
        </p:sp>
        <p:sp>
          <p:nvSpPr>
            <p:cNvPr id="68" name="îṥliḓè"/>
            <p:cNvSpPr/>
            <p:nvPr>
              <p:custDataLst>
                <p:tags r:id="rId48"/>
              </p:custDataLst>
            </p:nvPr>
          </p:nvSpPr>
          <p:spPr bwMode="auto">
            <a:xfrm>
              <a:off x="5572583" y="959570"/>
              <a:ext cx="106209" cy="77002"/>
            </a:xfrm>
            <a:custGeom>
              <a:avLst/>
              <a:gdLst>
                <a:gd name="T0" fmla="*/ 48 w 80"/>
                <a:gd name="T1" fmla="*/ 58 h 58"/>
                <a:gd name="T2" fmla="*/ 0 w 80"/>
                <a:gd name="T3" fmla="*/ 7 h 58"/>
                <a:gd name="T4" fmla="*/ 7 w 80"/>
                <a:gd name="T5" fmla="*/ 0 h 58"/>
                <a:gd name="T6" fmla="*/ 49 w 80"/>
                <a:gd name="T7" fmla="*/ 46 h 58"/>
                <a:gd name="T8" fmla="*/ 74 w 80"/>
                <a:gd name="T9" fmla="*/ 23 h 58"/>
                <a:gd name="T10" fmla="*/ 80 w 80"/>
                <a:gd name="T11" fmla="*/ 29 h 58"/>
                <a:gd name="T12" fmla="*/ 48 w 80"/>
                <a:gd name="T13" fmla="*/ 58 h 58"/>
              </a:gdLst>
              <a:ahLst/>
              <a:cxnLst>
                <a:cxn ang="0">
                  <a:pos x="T0" y="T1"/>
                </a:cxn>
                <a:cxn ang="0">
                  <a:pos x="T2" y="T3"/>
                </a:cxn>
                <a:cxn ang="0">
                  <a:pos x="T4" y="T5"/>
                </a:cxn>
                <a:cxn ang="0">
                  <a:pos x="T6" y="T7"/>
                </a:cxn>
                <a:cxn ang="0">
                  <a:pos x="T8" y="T9"/>
                </a:cxn>
                <a:cxn ang="0">
                  <a:pos x="T10" y="T11"/>
                </a:cxn>
                <a:cxn ang="0">
                  <a:pos x="T12" y="T13"/>
                </a:cxn>
              </a:cxnLst>
              <a:rect l="0" t="0" r="r" b="b"/>
              <a:pathLst>
                <a:path w="80" h="58">
                  <a:moveTo>
                    <a:pt x="48" y="58"/>
                  </a:moveTo>
                  <a:lnTo>
                    <a:pt x="0" y="7"/>
                  </a:lnTo>
                  <a:lnTo>
                    <a:pt x="7" y="0"/>
                  </a:lnTo>
                  <a:lnTo>
                    <a:pt x="49" y="46"/>
                  </a:lnTo>
                  <a:lnTo>
                    <a:pt x="74" y="23"/>
                  </a:lnTo>
                  <a:lnTo>
                    <a:pt x="80" y="29"/>
                  </a:lnTo>
                  <a:lnTo>
                    <a:pt x="48" y="58"/>
                  </a:lnTo>
                  <a:close/>
                </a:path>
              </a:pathLst>
            </a:custGeom>
            <a:solidFill>
              <a:srgbClr val="14378B"/>
            </a:solidFill>
            <a:ln>
              <a:noFill/>
            </a:ln>
          </p:spPr>
          <p:txBody>
            <a:bodyPr anchor="ctr"/>
            <a:p>
              <a:pPr algn="ctr"/>
            </a:p>
          </p:txBody>
        </p:sp>
        <p:sp>
          <p:nvSpPr>
            <p:cNvPr id="69" name="íšļîďe"/>
            <p:cNvSpPr/>
            <p:nvPr>
              <p:custDataLst>
                <p:tags r:id="rId49"/>
              </p:custDataLst>
            </p:nvPr>
          </p:nvSpPr>
          <p:spPr bwMode="auto">
            <a:xfrm>
              <a:off x="5713309" y="834775"/>
              <a:ext cx="88952" cy="95588"/>
            </a:xfrm>
            <a:custGeom>
              <a:avLst/>
              <a:gdLst>
                <a:gd name="T0" fmla="*/ 13 w 64"/>
                <a:gd name="T1" fmla="*/ 58 h 69"/>
                <a:gd name="T2" fmla="*/ 20 w 64"/>
                <a:gd name="T3" fmla="*/ 53 h 69"/>
                <a:gd name="T4" fmla="*/ 27 w 64"/>
                <a:gd name="T5" fmla="*/ 59 h 69"/>
                <a:gd name="T6" fmla="*/ 35 w 64"/>
                <a:gd name="T7" fmla="*/ 60 h 69"/>
                <a:gd name="T8" fmla="*/ 45 w 64"/>
                <a:gd name="T9" fmla="*/ 57 h 69"/>
                <a:gd name="T10" fmla="*/ 52 w 64"/>
                <a:gd name="T11" fmla="*/ 51 h 69"/>
                <a:gd name="T12" fmla="*/ 55 w 64"/>
                <a:gd name="T13" fmla="*/ 45 h 69"/>
                <a:gd name="T14" fmla="*/ 54 w 64"/>
                <a:gd name="T15" fmla="*/ 39 h 69"/>
                <a:gd name="T16" fmla="*/ 50 w 64"/>
                <a:gd name="T17" fmla="*/ 35 h 69"/>
                <a:gd name="T18" fmla="*/ 43 w 64"/>
                <a:gd name="T19" fmla="*/ 35 h 69"/>
                <a:gd name="T20" fmla="*/ 31 w 64"/>
                <a:gd name="T21" fmla="*/ 38 h 69"/>
                <a:gd name="T22" fmla="*/ 17 w 64"/>
                <a:gd name="T23" fmla="*/ 40 h 69"/>
                <a:gd name="T24" fmla="*/ 8 w 64"/>
                <a:gd name="T25" fmla="*/ 38 h 69"/>
                <a:gd name="T26" fmla="*/ 2 w 64"/>
                <a:gd name="T27" fmla="*/ 32 h 69"/>
                <a:gd name="T28" fmla="*/ 0 w 64"/>
                <a:gd name="T29" fmla="*/ 22 h 69"/>
                <a:gd name="T30" fmla="*/ 4 w 64"/>
                <a:gd name="T31" fmla="*/ 12 h 69"/>
                <a:gd name="T32" fmla="*/ 14 w 64"/>
                <a:gd name="T33" fmla="*/ 4 h 69"/>
                <a:gd name="T34" fmla="*/ 26 w 64"/>
                <a:gd name="T35" fmla="*/ 0 h 69"/>
                <a:gd name="T36" fmla="*/ 37 w 64"/>
                <a:gd name="T37" fmla="*/ 2 h 69"/>
                <a:gd name="T38" fmla="*/ 45 w 64"/>
                <a:gd name="T39" fmla="*/ 10 h 69"/>
                <a:gd name="T40" fmla="*/ 38 w 64"/>
                <a:gd name="T41" fmla="*/ 14 h 69"/>
                <a:gd name="T42" fmla="*/ 29 w 64"/>
                <a:gd name="T43" fmla="*/ 8 h 69"/>
                <a:gd name="T44" fmla="*/ 18 w 64"/>
                <a:gd name="T45" fmla="*/ 11 h 69"/>
                <a:gd name="T46" fmla="*/ 9 w 64"/>
                <a:gd name="T47" fmla="*/ 19 h 69"/>
                <a:gd name="T48" fmla="*/ 9 w 64"/>
                <a:gd name="T49" fmla="*/ 27 h 69"/>
                <a:gd name="T50" fmla="*/ 14 w 64"/>
                <a:gd name="T51" fmla="*/ 31 h 69"/>
                <a:gd name="T52" fmla="*/ 28 w 64"/>
                <a:gd name="T53" fmla="*/ 29 h 69"/>
                <a:gd name="T54" fmla="*/ 43 w 64"/>
                <a:gd name="T55" fmla="*/ 26 h 69"/>
                <a:gd name="T56" fmla="*/ 54 w 64"/>
                <a:gd name="T57" fmla="*/ 27 h 69"/>
                <a:gd name="T58" fmla="*/ 61 w 64"/>
                <a:gd name="T59" fmla="*/ 34 h 69"/>
                <a:gd name="T60" fmla="*/ 63 w 64"/>
                <a:gd name="T61" fmla="*/ 45 h 69"/>
                <a:gd name="T62" fmla="*/ 59 w 64"/>
                <a:gd name="T63" fmla="*/ 55 h 69"/>
                <a:gd name="T64" fmla="*/ 49 w 64"/>
                <a:gd name="T65" fmla="*/ 64 h 69"/>
                <a:gd name="T66" fmla="*/ 35 w 64"/>
                <a:gd name="T67" fmla="*/ 69 h 69"/>
                <a:gd name="T68" fmla="*/ 22 w 64"/>
                <a:gd name="T69" fmla="*/ 67 h 69"/>
                <a:gd name="T70" fmla="*/ 13 w 64"/>
                <a:gd name="T71" fmla="*/ 58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4" h="69">
                  <a:moveTo>
                    <a:pt x="13" y="58"/>
                  </a:moveTo>
                  <a:cubicBezTo>
                    <a:pt x="20" y="53"/>
                    <a:pt x="20" y="53"/>
                    <a:pt x="20" y="53"/>
                  </a:cubicBezTo>
                  <a:cubicBezTo>
                    <a:pt x="22" y="56"/>
                    <a:pt x="24" y="58"/>
                    <a:pt x="27" y="59"/>
                  </a:cubicBezTo>
                  <a:cubicBezTo>
                    <a:pt x="29" y="60"/>
                    <a:pt x="32" y="61"/>
                    <a:pt x="35" y="60"/>
                  </a:cubicBezTo>
                  <a:cubicBezTo>
                    <a:pt x="38" y="60"/>
                    <a:pt x="42" y="59"/>
                    <a:pt x="45" y="57"/>
                  </a:cubicBezTo>
                  <a:cubicBezTo>
                    <a:pt x="48" y="55"/>
                    <a:pt x="50" y="54"/>
                    <a:pt x="52" y="51"/>
                  </a:cubicBezTo>
                  <a:cubicBezTo>
                    <a:pt x="54" y="49"/>
                    <a:pt x="55" y="47"/>
                    <a:pt x="55" y="45"/>
                  </a:cubicBezTo>
                  <a:cubicBezTo>
                    <a:pt x="55" y="43"/>
                    <a:pt x="55" y="41"/>
                    <a:pt x="54" y="39"/>
                  </a:cubicBezTo>
                  <a:cubicBezTo>
                    <a:pt x="53" y="37"/>
                    <a:pt x="52" y="36"/>
                    <a:pt x="50" y="35"/>
                  </a:cubicBezTo>
                  <a:cubicBezTo>
                    <a:pt x="48" y="34"/>
                    <a:pt x="46" y="34"/>
                    <a:pt x="43" y="35"/>
                  </a:cubicBezTo>
                  <a:cubicBezTo>
                    <a:pt x="41" y="35"/>
                    <a:pt x="37" y="36"/>
                    <a:pt x="31" y="38"/>
                  </a:cubicBezTo>
                  <a:cubicBezTo>
                    <a:pt x="24" y="39"/>
                    <a:pt x="20" y="40"/>
                    <a:pt x="17" y="40"/>
                  </a:cubicBezTo>
                  <a:cubicBezTo>
                    <a:pt x="14" y="40"/>
                    <a:pt x="11" y="40"/>
                    <a:pt x="8" y="38"/>
                  </a:cubicBezTo>
                  <a:cubicBezTo>
                    <a:pt x="5" y="37"/>
                    <a:pt x="3" y="35"/>
                    <a:pt x="2" y="32"/>
                  </a:cubicBezTo>
                  <a:cubicBezTo>
                    <a:pt x="0" y="29"/>
                    <a:pt x="0" y="26"/>
                    <a:pt x="0" y="22"/>
                  </a:cubicBezTo>
                  <a:cubicBezTo>
                    <a:pt x="0" y="19"/>
                    <a:pt x="1" y="16"/>
                    <a:pt x="4" y="12"/>
                  </a:cubicBezTo>
                  <a:cubicBezTo>
                    <a:pt x="6" y="9"/>
                    <a:pt x="10" y="7"/>
                    <a:pt x="14" y="4"/>
                  </a:cubicBezTo>
                  <a:cubicBezTo>
                    <a:pt x="18" y="2"/>
                    <a:pt x="22" y="1"/>
                    <a:pt x="26" y="0"/>
                  </a:cubicBezTo>
                  <a:cubicBezTo>
                    <a:pt x="30" y="0"/>
                    <a:pt x="34" y="0"/>
                    <a:pt x="37" y="2"/>
                  </a:cubicBezTo>
                  <a:cubicBezTo>
                    <a:pt x="41" y="4"/>
                    <a:pt x="43" y="6"/>
                    <a:pt x="45" y="10"/>
                  </a:cubicBezTo>
                  <a:cubicBezTo>
                    <a:pt x="38" y="14"/>
                    <a:pt x="38" y="14"/>
                    <a:pt x="38" y="14"/>
                  </a:cubicBezTo>
                  <a:cubicBezTo>
                    <a:pt x="36" y="11"/>
                    <a:pt x="33" y="9"/>
                    <a:pt x="29" y="8"/>
                  </a:cubicBezTo>
                  <a:cubicBezTo>
                    <a:pt x="26" y="8"/>
                    <a:pt x="22" y="9"/>
                    <a:pt x="18" y="11"/>
                  </a:cubicBezTo>
                  <a:cubicBezTo>
                    <a:pt x="13" y="14"/>
                    <a:pt x="10" y="16"/>
                    <a:pt x="9" y="19"/>
                  </a:cubicBezTo>
                  <a:cubicBezTo>
                    <a:pt x="8" y="22"/>
                    <a:pt x="8" y="25"/>
                    <a:pt x="9" y="27"/>
                  </a:cubicBezTo>
                  <a:cubicBezTo>
                    <a:pt x="10" y="29"/>
                    <a:pt x="12" y="31"/>
                    <a:pt x="14" y="31"/>
                  </a:cubicBezTo>
                  <a:cubicBezTo>
                    <a:pt x="16" y="32"/>
                    <a:pt x="21" y="31"/>
                    <a:pt x="28" y="29"/>
                  </a:cubicBezTo>
                  <a:cubicBezTo>
                    <a:pt x="35" y="27"/>
                    <a:pt x="40" y="26"/>
                    <a:pt x="43" y="26"/>
                  </a:cubicBezTo>
                  <a:cubicBezTo>
                    <a:pt x="47" y="25"/>
                    <a:pt x="51" y="26"/>
                    <a:pt x="54" y="27"/>
                  </a:cubicBezTo>
                  <a:cubicBezTo>
                    <a:pt x="57" y="29"/>
                    <a:pt x="59" y="31"/>
                    <a:pt x="61" y="34"/>
                  </a:cubicBezTo>
                  <a:cubicBezTo>
                    <a:pt x="63" y="37"/>
                    <a:pt x="64" y="41"/>
                    <a:pt x="63" y="45"/>
                  </a:cubicBezTo>
                  <a:cubicBezTo>
                    <a:pt x="63" y="48"/>
                    <a:pt x="62" y="52"/>
                    <a:pt x="59" y="55"/>
                  </a:cubicBezTo>
                  <a:cubicBezTo>
                    <a:pt x="57" y="59"/>
                    <a:pt x="53" y="62"/>
                    <a:pt x="49" y="64"/>
                  </a:cubicBezTo>
                  <a:cubicBezTo>
                    <a:pt x="44" y="67"/>
                    <a:pt x="39" y="68"/>
                    <a:pt x="35" y="69"/>
                  </a:cubicBezTo>
                  <a:cubicBezTo>
                    <a:pt x="30" y="69"/>
                    <a:pt x="26" y="69"/>
                    <a:pt x="22" y="67"/>
                  </a:cubicBezTo>
                  <a:cubicBezTo>
                    <a:pt x="19" y="65"/>
                    <a:pt x="16" y="62"/>
                    <a:pt x="13" y="58"/>
                  </a:cubicBezTo>
                  <a:close/>
                </a:path>
              </a:pathLst>
            </a:custGeom>
            <a:solidFill>
              <a:srgbClr val="14378B"/>
            </a:solidFill>
            <a:ln>
              <a:noFill/>
            </a:ln>
          </p:spPr>
          <p:txBody>
            <a:bodyPr anchor="ctr"/>
            <a:p>
              <a:pPr algn="ctr"/>
            </a:p>
          </p:txBody>
        </p:sp>
        <p:sp>
          <p:nvSpPr>
            <p:cNvPr id="70" name="íṧḻïḓê"/>
            <p:cNvSpPr/>
            <p:nvPr>
              <p:custDataLst>
                <p:tags r:id="rId50"/>
              </p:custDataLst>
            </p:nvPr>
          </p:nvSpPr>
          <p:spPr bwMode="auto">
            <a:xfrm>
              <a:off x="5807571" y="786982"/>
              <a:ext cx="92933" cy="98243"/>
            </a:xfrm>
            <a:custGeom>
              <a:avLst/>
              <a:gdLst>
                <a:gd name="T0" fmla="*/ 5 w 67"/>
                <a:gd name="T1" fmla="*/ 47 h 70"/>
                <a:gd name="T2" fmla="*/ 4 w 67"/>
                <a:gd name="T3" fmla="*/ 19 h 70"/>
                <a:gd name="T4" fmla="*/ 22 w 67"/>
                <a:gd name="T5" fmla="*/ 2 h 70"/>
                <a:gd name="T6" fmla="*/ 39 w 67"/>
                <a:gd name="T7" fmla="*/ 1 h 70"/>
                <a:gd name="T8" fmla="*/ 54 w 67"/>
                <a:gd name="T9" fmla="*/ 8 h 70"/>
                <a:gd name="T10" fmla="*/ 64 w 67"/>
                <a:gd name="T11" fmla="*/ 23 h 70"/>
                <a:gd name="T12" fmla="*/ 67 w 67"/>
                <a:gd name="T13" fmla="*/ 42 h 70"/>
                <a:gd name="T14" fmla="*/ 60 w 67"/>
                <a:gd name="T15" fmla="*/ 57 h 70"/>
                <a:gd name="T16" fmla="*/ 47 w 67"/>
                <a:gd name="T17" fmla="*/ 67 h 70"/>
                <a:gd name="T18" fmla="*/ 29 w 67"/>
                <a:gd name="T19" fmla="*/ 69 h 70"/>
                <a:gd name="T20" fmla="*/ 14 w 67"/>
                <a:gd name="T21" fmla="*/ 61 h 70"/>
                <a:gd name="T22" fmla="*/ 5 w 67"/>
                <a:gd name="T23" fmla="*/ 47 h 70"/>
                <a:gd name="T24" fmla="*/ 13 w 67"/>
                <a:gd name="T25" fmla="*/ 44 h 70"/>
                <a:gd name="T26" fmla="*/ 26 w 67"/>
                <a:gd name="T27" fmla="*/ 59 h 70"/>
                <a:gd name="T28" fmla="*/ 44 w 67"/>
                <a:gd name="T29" fmla="*/ 60 h 70"/>
                <a:gd name="T30" fmla="*/ 57 w 67"/>
                <a:gd name="T31" fmla="*/ 47 h 70"/>
                <a:gd name="T32" fmla="*/ 56 w 67"/>
                <a:gd name="T33" fmla="*/ 27 h 70"/>
                <a:gd name="T34" fmla="*/ 48 w 67"/>
                <a:gd name="T35" fmla="*/ 14 h 70"/>
                <a:gd name="T36" fmla="*/ 37 w 67"/>
                <a:gd name="T37" fmla="*/ 8 h 70"/>
                <a:gd name="T38" fmla="*/ 25 w 67"/>
                <a:gd name="T39" fmla="*/ 9 h 70"/>
                <a:gd name="T40" fmla="*/ 12 w 67"/>
                <a:gd name="T41" fmla="*/ 21 h 70"/>
                <a:gd name="T42" fmla="*/ 13 w 67"/>
                <a:gd name="T43" fmla="*/ 4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7" h="70">
                  <a:moveTo>
                    <a:pt x="5" y="47"/>
                  </a:moveTo>
                  <a:cubicBezTo>
                    <a:pt x="1" y="37"/>
                    <a:pt x="0" y="27"/>
                    <a:pt x="4" y="19"/>
                  </a:cubicBezTo>
                  <a:cubicBezTo>
                    <a:pt x="7" y="11"/>
                    <a:pt x="13" y="6"/>
                    <a:pt x="22" y="2"/>
                  </a:cubicBezTo>
                  <a:cubicBezTo>
                    <a:pt x="28" y="0"/>
                    <a:pt x="33" y="0"/>
                    <a:pt x="39" y="1"/>
                  </a:cubicBezTo>
                  <a:cubicBezTo>
                    <a:pt x="45" y="1"/>
                    <a:pt x="50" y="4"/>
                    <a:pt x="54" y="8"/>
                  </a:cubicBezTo>
                  <a:cubicBezTo>
                    <a:pt x="58" y="12"/>
                    <a:pt x="62" y="17"/>
                    <a:pt x="64" y="23"/>
                  </a:cubicBezTo>
                  <a:cubicBezTo>
                    <a:pt x="67" y="30"/>
                    <a:pt x="67" y="36"/>
                    <a:pt x="67" y="42"/>
                  </a:cubicBezTo>
                  <a:cubicBezTo>
                    <a:pt x="66" y="48"/>
                    <a:pt x="64" y="53"/>
                    <a:pt x="60" y="57"/>
                  </a:cubicBezTo>
                  <a:cubicBezTo>
                    <a:pt x="57" y="62"/>
                    <a:pt x="52" y="65"/>
                    <a:pt x="47" y="67"/>
                  </a:cubicBezTo>
                  <a:cubicBezTo>
                    <a:pt x="41" y="69"/>
                    <a:pt x="35" y="70"/>
                    <a:pt x="29" y="69"/>
                  </a:cubicBezTo>
                  <a:cubicBezTo>
                    <a:pt x="24" y="68"/>
                    <a:pt x="19" y="65"/>
                    <a:pt x="14" y="61"/>
                  </a:cubicBezTo>
                  <a:cubicBezTo>
                    <a:pt x="10" y="57"/>
                    <a:pt x="7" y="52"/>
                    <a:pt x="5" y="47"/>
                  </a:cubicBezTo>
                  <a:close/>
                  <a:moveTo>
                    <a:pt x="13" y="44"/>
                  </a:moveTo>
                  <a:cubicBezTo>
                    <a:pt x="16" y="51"/>
                    <a:pt x="20" y="57"/>
                    <a:pt x="26" y="59"/>
                  </a:cubicBezTo>
                  <a:cubicBezTo>
                    <a:pt x="32" y="62"/>
                    <a:pt x="38" y="62"/>
                    <a:pt x="44" y="60"/>
                  </a:cubicBezTo>
                  <a:cubicBezTo>
                    <a:pt x="50" y="58"/>
                    <a:pt x="54" y="53"/>
                    <a:pt x="57" y="47"/>
                  </a:cubicBezTo>
                  <a:cubicBezTo>
                    <a:pt x="59" y="42"/>
                    <a:pt x="59" y="35"/>
                    <a:pt x="56" y="27"/>
                  </a:cubicBezTo>
                  <a:cubicBezTo>
                    <a:pt x="54" y="21"/>
                    <a:pt x="51" y="17"/>
                    <a:pt x="48" y="14"/>
                  </a:cubicBezTo>
                  <a:cubicBezTo>
                    <a:pt x="45" y="11"/>
                    <a:pt x="41" y="9"/>
                    <a:pt x="37" y="8"/>
                  </a:cubicBezTo>
                  <a:cubicBezTo>
                    <a:pt x="33" y="7"/>
                    <a:pt x="29" y="8"/>
                    <a:pt x="25" y="9"/>
                  </a:cubicBezTo>
                  <a:cubicBezTo>
                    <a:pt x="19" y="12"/>
                    <a:pt x="15" y="16"/>
                    <a:pt x="12" y="21"/>
                  </a:cubicBezTo>
                  <a:cubicBezTo>
                    <a:pt x="9" y="27"/>
                    <a:pt x="10" y="34"/>
                    <a:pt x="13" y="44"/>
                  </a:cubicBezTo>
                  <a:close/>
                </a:path>
              </a:pathLst>
            </a:custGeom>
            <a:solidFill>
              <a:srgbClr val="14378B"/>
            </a:solidFill>
            <a:ln>
              <a:noFill/>
            </a:ln>
          </p:spPr>
          <p:txBody>
            <a:bodyPr anchor="ctr"/>
            <a:p>
              <a:pPr algn="ctr"/>
            </a:p>
          </p:txBody>
        </p:sp>
        <p:sp>
          <p:nvSpPr>
            <p:cNvPr id="71" name="îşļïdè"/>
            <p:cNvSpPr/>
            <p:nvPr>
              <p:custDataLst>
                <p:tags r:id="rId51"/>
              </p:custDataLst>
            </p:nvPr>
          </p:nvSpPr>
          <p:spPr bwMode="auto">
            <a:xfrm>
              <a:off x="5915109" y="749808"/>
              <a:ext cx="84968" cy="103554"/>
            </a:xfrm>
            <a:custGeom>
              <a:avLst/>
              <a:gdLst>
                <a:gd name="T0" fmla="*/ 42 w 61"/>
                <a:gd name="T1" fmla="*/ 2 h 74"/>
                <a:gd name="T2" fmla="*/ 51 w 61"/>
                <a:gd name="T3" fmla="*/ 0 h 74"/>
                <a:gd name="T4" fmla="*/ 60 w 61"/>
                <a:gd name="T5" fmla="*/ 38 h 74"/>
                <a:gd name="T6" fmla="*/ 61 w 61"/>
                <a:gd name="T7" fmla="*/ 54 h 74"/>
                <a:gd name="T8" fmla="*/ 55 w 61"/>
                <a:gd name="T9" fmla="*/ 65 h 74"/>
                <a:gd name="T10" fmla="*/ 41 w 61"/>
                <a:gd name="T11" fmla="*/ 72 h 74"/>
                <a:gd name="T12" fmla="*/ 25 w 61"/>
                <a:gd name="T13" fmla="*/ 73 h 74"/>
                <a:gd name="T14" fmla="*/ 15 w 61"/>
                <a:gd name="T15" fmla="*/ 65 h 74"/>
                <a:gd name="T16" fmla="*/ 8 w 61"/>
                <a:gd name="T17" fmla="*/ 50 h 74"/>
                <a:gd name="T18" fmla="*/ 0 w 61"/>
                <a:gd name="T19" fmla="*/ 12 h 74"/>
                <a:gd name="T20" fmla="*/ 8 w 61"/>
                <a:gd name="T21" fmla="*/ 10 h 74"/>
                <a:gd name="T22" fmla="*/ 17 w 61"/>
                <a:gd name="T23" fmla="*/ 48 h 74"/>
                <a:gd name="T24" fmla="*/ 21 w 61"/>
                <a:gd name="T25" fmla="*/ 60 h 74"/>
                <a:gd name="T26" fmla="*/ 28 w 61"/>
                <a:gd name="T27" fmla="*/ 65 h 74"/>
                <a:gd name="T28" fmla="*/ 38 w 61"/>
                <a:gd name="T29" fmla="*/ 65 h 74"/>
                <a:gd name="T30" fmla="*/ 51 w 61"/>
                <a:gd name="T31" fmla="*/ 57 h 74"/>
                <a:gd name="T32" fmla="*/ 51 w 61"/>
                <a:gd name="T33" fmla="*/ 40 h 74"/>
                <a:gd name="T34" fmla="*/ 42 w 61"/>
                <a:gd name="T35" fmla="*/ 2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 h="74">
                  <a:moveTo>
                    <a:pt x="42" y="2"/>
                  </a:moveTo>
                  <a:cubicBezTo>
                    <a:pt x="51" y="0"/>
                    <a:pt x="51" y="0"/>
                    <a:pt x="51" y="0"/>
                  </a:cubicBezTo>
                  <a:cubicBezTo>
                    <a:pt x="60" y="38"/>
                    <a:pt x="60" y="38"/>
                    <a:pt x="60" y="38"/>
                  </a:cubicBezTo>
                  <a:cubicBezTo>
                    <a:pt x="61" y="44"/>
                    <a:pt x="61" y="50"/>
                    <a:pt x="61" y="54"/>
                  </a:cubicBezTo>
                  <a:cubicBezTo>
                    <a:pt x="60" y="58"/>
                    <a:pt x="58" y="62"/>
                    <a:pt x="55" y="65"/>
                  </a:cubicBezTo>
                  <a:cubicBezTo>
                    <a:pt x="52" y="69"/>
                    <a:pt x="47" y="71"/>
                    <a:pt x="41" y="72"/>
                  </a:cubicBezTo>
                  <a:cubicBezTo>
                    <a:pt x="35" y="74"/>
                    <a:pt x="29" y="74"/>
                    <a:pt x="25" y="73"/>
                  </a:cubicBezTo>
                  <a:cubicBezTo>
                    <a:pt x="21" y="71"/>
                    <a:pt x="17" y="69"/>
                    <a:pt x="15" y="65"/>
                  </a:cubicBezTo>
                  <a:cubicBezTo>
                    <a:pt x="12" y="62"/>
                    <a:pt x="10" y="57"/>
                    <a:pt x="8" y="50"/>
                  </a:cubicBezTo>
                  <a:cubicBezTo>
                    <a:pt x="0" y="12"/>
                    <a:pt x="0" y="12"/>
                    <a:pt x="0" y="12"/>
                  </a:cubicBezTo>
                  <a:cubicBezTo>
                    <a:pt x="8" y="10"/>
                    <a:pt x="8" y="10"/>
                    <a:pt x="8" y="10"/>
                  </a:cubicBezTo>
                  <a:cubicBezTo>
                    <a:pt x="17" y="48"/>
                    <a:pt x="17" y="48"/>
                    <a:pt x="17" y="48"/>
                  </a:cubicBezTo>
                  <a:cubicBezTo>
                    <a:pt x="18" y="53"/>
                    <a:pt x="20" y="57"/>
                    <a:pt x="21" y="60"/>
                  </a:cubicBezTo>
                  <a:cubicBezTo>
                    <a:pt x="23" y="62"/>
                    <a:pt x="25" y="64"/>
                    <a:pt x="28" y="65"/>
                  </a:cubicBezTo>
                  <a:cubicBezTo>
                    <a:pt x="31" y="66"/>
                    <a:pt x="34" y="66"/>
                    <a:pt x="38" y="65"/>
                  </a:cubicBezTo>
                  <a:cubicBezTo>
                    <a:pt x="44" y="63"/>
                    <a:pt x="49" y="61"/>
                    <a:pt x="51" y="57"/>
                  </a:cubicBezTo>
                  <a:cubicBezTo>
                    <a:pt x="53" y="54"/>
                    <a:pt x="53" y="48"/>
                    <a:pt x="51" y="40"/>
                  </a:cubicBezTo>
                  <a:lnTo>
                    <a:pt x="42" y="2"/>
                  </a:lnTo>
                  <a:close/>
                </a:path>
              </a:pathLst>
            </a:custGeom>
            <a:solidFill>
              <a:srgbClr val="14378B"/>
            </a:solidFill>
            <a:ln>
              <a:noFill/>
            </a:ln>
          </p:spPr>
          <p:txBody>
            <a:bodyPr anchor="ctr"/>
            <a:p>
              <a:pPr algn="ctr"/>
            </a:p>
          </p:txBody>
        </p:sp>
        <p:sp>
          <p:nvSpPr>
            <p:cNvPr id="72" name="îṧľiḍê"/>
            <p:cNvSpPr/>
            <p:nvPr>
              <p:custDataLst>
                <p:tags r:id="rId52"/>
              </p:custDataLst>
            </p:nvPr>
          </p:nvSpPr>
          <p:spPr bwMode="auto">
            <a:xfrm>
              <a:off x="6021318" y="739187"/>
              <a:ext cx="74347" cy="96917"/>
            </a:xfrm>
            <a:custGeom>
              <a:avLst/>
              <a:gdLst>
                <a:gd name="T0" fmla="*/ 27 w 56"/>
                <a:gd name="T1" fmla="*/ 73 h 73"/>
                <a:gd name="T2" fmla="*/ 23 w 56"/>
                <a:gd name="T3" fmla="*/ 11 h 73"/>
                <a:gd name="T4" fmla="*/ 0 w 56"/>
                <a:gd name="T5" fmla="*/ 13 h 73"/>
                <a:gd name="T6" fmla="*/ 0 w 56"/>
                <a:gd name="T7" fmla="*/ 5 h 73"/>
                <a:gd name="T8" fmla="*/ 56 w 56"/>
                <a:gd name="T9" fmla="*/ 0 h 73"/>
                <a:gd name="T10" fmla="*/ 56 w 56"/>
                <a:gd name="T11" fmla="*/ 9 h 73"/>
                <a:gd name="T12" fmla="*/ 32 w 56"/>
                <a:gd name="T13" fmla="*/ 11 h 73"/>
                <a:gd name="T14" fmla="*/ 37 w 56"/>
                <a:gd name="T15" fmla="*/ 73 h 73"/>
                <a:gd name="T16" fmla="*/ 27 w 56"/>
                <a:gd name="T17"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73">
                  <a:moveTo>
                    <a:pt x="27" y="73"/>
                  </a:moveTo>
                  <a:lnTo>
                    <a:pt x="23" y="11"/>
                  </a:lnTo>
                  <a:lnTo>
                    <a:pt x="0" y="13"/>
                  </a:lnTo>
                  <a:lnTo>
                    <a:pt x="0" y="5"/>
                  </a:lnTo>
                  <a:lnTo>
                    <a:pt x="56" y="0"/>
                  </a:lnTo>
                  <a:lnTo>
                    <a:pt x="56" y="9"/>
                  </a:lnTo>
                  <a:lnTo>
                    <a:pt x="32" y="11"/>
                  </a:lnTo>
                  <a:lnTo>
                    <a:pt x="37" y="73"/>
                  </a:lnTo>
                  <a:lnTo>
                    <a:pt x="27" y="73"/>
                  </a:lnTo>
                  <a:close/>
                </a:path>
              </a:pathLst>
            </a:custGeom>
            <a:solidFill>
              <a:srgbClr val="14378B"/>
            </a:solidFill>
            <a:ln>
              <a:noFill/>
            </a:ln>
          </p:spPr>
          <p:txBody>
            <a:bodyPr anchor="ctr"/>
            <a:p>
              <a:pPr algn="ctr"/>
            </a:p>
          </p:txBody>
        </p:sp>
        <p:sp>
          <p:nvSpPr>
            <p:cNvPr id="73" name="ïsļïḑè"/>
            <p:cNvSpPr/>
            <p:nvPr>
              <p:custDataLst>
                <p:tags r:id="rId53"/>
              </p:custDataLst>
            </p:nvPr>
          </p:nvSpPr>
          <p:spPr bwMode="auto">
            <a:xfrm>
              <a:off x="6120888" y="743168"/>
              <a:ext cx="79657" cy="96917"/>
            </a:xfrm>
            <a:custGeom>
              <a:avLst/>
              <a:gdLst>
                <a:gd name="T0" fmla="*/ 0 w 60"/>
                <a:gd name="T1" fmla="*/ 70 h 73"/>
                <a:gd name="T2" fmla="*/ 6 w 60"/>
                <a:gd name="T3" fmla="*/ 0 h 73"/>
                <a:gd name="T4" fmla="*/ 15 w 60"/>
                <a:gd name="T5" fmla="*/ 1 h 73"/>
                <a:gd name="T6" fmla="*/ 13 w 60"/>
                <a:gd name="T7" fmla="*/ 29 h 73"/>
                <a:gd name="T8" fmla="*/ 49 w 60"/>
                <a:gd name="T9" fmla="*/ 31 h 73"/>
                <a:gd name="T10" fmla="*/ 51 w 60"/>
                <a:gd name="T11" fmla="*/ 3 h 73"/>
                <a:gd name="T12" fmla="*/ 60 w 60"/>
                <a:gd name="T13" fmla="*/ 4 h 73"/>
                <a:gd name="T14" fmla="*/ 55 w 60"/>
                <a:gd name="T15" fmla="*/ 73 h 73"/>
                <a:gd name="T16" fmla="*/ 47 w 60"/>
                <a:gd name="T17" fmla="*/ 73 h 73"/>
                <a:gd name="T18" fmla="*/ 49 w 60"/>
                <a:gd name="T19" fmla="*/ 39 h 73"/>
                <a:gd name="T20" fmla="*/ 12 w 60"/>
                <a:gd name="T21" fmla="*/ 37 h 73"/>
                <a:gd name="T22" fmla="*/ 10 w 60"/>
                <a:gd name="T23" fmla="*/ 70 h 73"/>
                <a:gd name="T24" fmla="*/ 0 w 60"/>
                <a:gd name="T25" fmla="*/ 70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0" h="73">
                  <a:moveTo>
                    <a:pt x="0" y="70"/>
                  </a:moveTo>
                  <a:lnTo>
                    <a:pt x="6" y="0"/>
                  </a:lnTo>
                  <a:lnTo>
                    <a:pt x="15" y="1"/>
                  </a:lnTo>
                  <a:lnTo>
                    <a:pt x="13" y="29"/>
                  </a:lnTo>
                  <a:lnTo>
                    <a:pt x="49" y="31"/>
                  </a:lnTo>
                  <a:lnTo>
                    <a:pt x="51" y="3"/>
                  </a:lnTo>
                  <a:lnTo>
                    <a:pt x="60" y="4"/>
                  </a:lnTo>
                  <a:lnTo>
                    <a:pt x="55" y="73"/>
                  </a:lnTo>
                  <a:lnTo>
                    <a:pt x="47" y="73"/>
                  </a:lnTo>
                  <a:lnTo>
                    <a:pt x="49" y="39"/>
                  </a:lnTo>
                  <a:lnTo>
                    <a:pt x="12" y="37"/>
                  </a:lnTo>
                  <a:lnTo>
                    <a:pt x="10" y="70"/>
                  </a:lnTo>
                  <a:lnTo>
                    <a:pt x="0" y="70"/>
                  </a:lnTo>
                  <a:close/>
                </a:path>
              </a:pathLst>
            </a:custGeom>
            <a:solidFill>
              <a:srgbClr val="14378B"/>
            </a:solidFill>
            <a:ln>
              <a:noFill/>
            </a:ln>
          </p:spPr>
          <p:txBody>
            <a:bodyPr anchor="ctr"/>
            <a:p>
              <a:pPr algn="ctr"/>
            </a:p>
          </p:txBody>
        </p:sp>
        <p:sp>
          <p:nvSpPr>
            <p:cNvPr id="74" name="îṥľîḋe"/>
            <p:cNvSpPr/>
            <p:nvPr>
              <p:custDataLst>
                <p:tags r:id="rId54"/>
              </p:custDataLst>
            </p:nvPr>
          </p:nvSpPr>
          <p:spPr bwMode="auto">
            <a:xfrm>
              <a:off x="6395703" y="820171"/>
              <a:ext cx="99572" cy="107538"/>
            </a:xfrm>
            <a:custGeom>
              <a:avLst/>
              <a:gdLst>
                <a:gd name="T0" fmla="*/ 64 w 72"/>
                <a:gd name="T1" fmla="*/ 22 h 77"/>
                <a:gd name="T2" fmla="*/ 72 w 72"/>
                <a:gd name="T3" fmla="*/ 26 h 77"/>
                <a:gd name="T4" fmla="*/ 52 w 72"/>
                <a:gd name="T5" fmla="*/ 60 h 77"/>
                <a:gd name="T6" fmla="*/ 42 w 72"/>
                <a:gd name="T7" fmla="*/ 72 h 77"/>
                <a:gd name="T8" fmla="*/ 30 w 72"/>
                <a:gd name="T9" fmla="*/ 77 h 77"/>
                <a:gd name="T10" fmla="*/ 15 w 72"/>
                <a:gd name="T11" fmla="*/ 72 h 77"/>
                <a:gd name="T12" fmla="*/ 3 w 72"/>
                <a:gd name="T13" fmla="*/ 61 h 77"/>
                <a:gd name="T14" fmla="*/ 0 w 72"/>
                <a:gd name="T15" fmla="*/ 49 h 77"/>
                <a:gd name="T16" fmla="*/ 7 w 72"/>
                <a:gd name="T17" fmla="*/ 33 h 77"/>
                <a:gd name="T18" fmla="*/ 26 w 72"/>
                <a:gd name="T19" fmla="*/ 0 h 77"/>
                <a:gd name="T20" fmla="*/ 34 w 72"/>
                <a:gd name="T21" fmla="*/ 4 h 77"/>
                <a:gd name="T22" fmla="*/ 14 w 72"/>
                <a:gd name="T23" fmla="*/ 38 h 77"/>
                <a:gd name="T24" fmla="*/ 9 w 72"/>
                <a:gd name="T25" fmla="*/ 50 h 77"/>
                <a:gd name="T26" fmla="*/ 11 w 72"/>
                <a:gd name="T27" fmla="*/ 58 h 77"/>
                <a:gd name="T28" fmla="*/ 18 w 72"/>
                <a:gd name="T29" fmla="*/ 65 h 77"/>
                <a:gd name="T30" fmla="*/ 33 w 72"/>
                <a:gd name="T31" fmla="*/ 68 h 77"/>
                <a:gd name="T32" fmla="*/ 45 w 72"/>
                <a:gd name="T33" fmla="*/ 55 h 77"/>
                <a:gd name="T34" fmla="*/ 64 w 72"/>
                <a:gd name="T35" fmla="*/ 22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2" h="77">
                  <a:moveTo>
                    <a:pt x="64" y="22"/>
                  </a:moveTo>
                  <a:cubicBezTo>
                    <a:pt x="72" y="26"/>
                    <a:pt x="72" y="26"/>
                    <a:pt x="72" y="26"/>
                  </a:cubicBezTo>
                  <a:cubicBezTo>
                    <a:pt x="52" y="60"/>
                    <a:pt x="52" y="60"/>
                    <a:pt x="52" y="60"/>
                  </a:cubicBezTo>
                  <a:cubicBezTo>
                    <a:pt x="49" y="65"/>
                    <a:pt x="46" y="70"/>
                    <a:pt x="42" y="72"/>
                  </a:cubicBezTo>
                  <a:cubicBezTo>
                    <a:pt x="39" y="75"/>
                    <a:pt x="35" y="76"/>
                    <a:pt x="30" y="77"/>
                  </a:cubicBezTo>
                  <a:cubicBezTo>
                    <a:pt x="26" y="77"/>
                    <a:pt x="20" y="75"/>
                    <a:pt x="15" y="72"/>
                  </a:cubicBezTo>
                  <a:cubicBezTo>
                    <a:pt x="9" y="69"/>
                    <a:pt x="6" y="65"/>
                    <a:pt x="3" y="61"/>
                  </a:cubicBezTo>
                  <a:cubicBezTo>
                    <a:pt x="1" y="58"/>
                    <a:pt x="0" y="53"/>
                    <a:pt x="0" y="49"/>
                  </a:cubicBezTo>
                  <a:cubicBezTo>
                    <a:pt x="1" y="45"/>
                    <a:pt x="3" y="39"/>
                    <a:pt x="7" y="33"/>
                  </a:cubicBezTo>
                  <a:cubicBezTo>
                    <a:pt x="26" y="0"/>
                    <a:pt x="26" y="0"/>
                    <a:pt x="26" y="0"/>
                  </a:cubicBezTo>
                  <a:cubicBezTo>
                    <a:pt x="34" y="4"/>
                    <a:pt x="34" y="4"/>
                    <a:pt x="34" y="4"/>
                  </a:cubicBezTo>
                  <a:cubicBezTo>
                    <a:pt x="14" y="38"/>
                    <a:pt x="14" y="38"/>
                    <a:pt x="14" y="38"/>
                  </a:cubicBezTo>
                  <a:cubicBezTo>
                    <a:pt x="11" y="43"/>
                    <a:pt x="10" y="47"/>
                    <a:pt x="9" y="50"/>
                  </a:cubicBezTo>
                  <a:cubicBezTo>
                    <a:pt x="9" y="53"/>
                    <a:pt x="9" y="55"/>
                    <a:pt x="11" y="58"/>
                  </a:cubicBezTo>
                  <a:cubicBezTo>
                    <a:pt x="13" y="61"/>
                    <a:pt x="15" y="63"/>
                    <a:pt x="18" y="65"/>
                  </a:cubicBezTo>
                  <a:cubicBezTo>
                    <a:pt x="24" y="68"/>
                    <a:pt x="29" y="69"/>
                    <a:pt x="33" y="68"/>
                  </a:cubicBezTo>
                  <a:cubicBezTo>
                    <a:pt x="36" y="67"/>
                    <a:pt x="40" y="62"/>
                    <a:pt x="45" y="55"/>
                  </a:cubicBezTo>
                  <a:lnTo>
                    <a:pt x="64" y="22"/>
                  </a:lnTo>
                  <a:close/>
                </a:path>
              </a:pathLst>
            </a:custGeom>
            <a:solidFill>
              <a:srgbClr val="14378B"/>
            </a:solidFill>
            <a:ln>
              <a:noFill/>
            </a:ln>
          </p:spPr>
          <p:txBody>
            <a:bodyPr anchor="ctr"/>
            <a:p>
              <a:pPr algn="ctr"/>
            </a:p>
          </p:txBody>
        </p:sp>
        <p:sp>
          <p:nvSpPr>
            <p:cNvPr id="75" name="íš1îḋè"/>
            <p:cNvSpPr/>
            <p:nvPr>
              <p:custDataLst>
                <p:tags r:id="rId55"/>
              </p:custDataLst>
            </p:nvPr>
          </p:nvSpPr>
          <p:spPr bwMode="auto">
            <a:xfrm>
              <a:off x="6471377" y="881242"/>
              <a:ext cx="115503" cy="118158"/>
            </a:xfrm>
            <a:custGeom>
              <a:avLst/>
              <a:gdLst>
                <a:gd name="T0" fmla="*/ 0 w 87"/>
                <a:gd name="T1" fmla="*/ 55 h 89"/>
                <a:gd name="T2" fmla="*/ 43 w 87"/>
                <a:gd name="T3" fmla="*/ 0 h 89"/>
                <a:gd name="T4" fmla="*/ 51 w 87"/>
                <a:gd name="T5" fmla="*/ 6 h 89"/>
                <a:gd name="T6" fmla="*/ 46 w 87"/>
                <a:gd name="T7" fmla="*/ 72 h 89"/>
                <a:gd name="T8" fmla="*/ 79 w 87"/>
                <a:gd name="T9" fmla="*/ 28 h 89"/>
                <a:gd name="T10" fmla="*/ 87 w 87"/>
                <a:gd name="T11" fmla="*/ 34 h 89"/>
                <a:gd name="T12" fmla="*/ 44 w 87"/>
                <a:gd name="T13" fmla="*/ 89 h 89"/>
                <a:gd name="T14" fmla="*/ 36 w 87"/>
                <a:gd name="T15" fmla="*/ 84 h 89"/>
                <a:gd name="T16" fmla="*/ 40 w 87"/>
                <a:gd name="T17" fmla="*/ 17 h 89"/>
                <a:gd name="T18" fmla="*/ 7 w 87"/>
                <a:gd name="T19" fmla="*/ 61 h 89"/>
                <a:gd name="T20" fmla="*/ 0 w 87"/>
                <a:gd name="T21" fmla="*/ 55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7" h="89">
                  <a:moveTo>
                    <a:pt x="0" y="55"/>
                  </a:moveTo>
                  <a:lnTo>
                    <a:pt x="43" y="0"/>
                  </a:lnTo>
                  <a:lnTo>
                    <a:pt x="51" y="6"/>
                  </a:lnTo>
                  <a:lnTo>
                    <a:pt x="46" y="72"/>
                  </a:lnTo>
                  <a:lnTo>
                    <a:pt x="79" y="28"/>
                  </a:lnTo>
                  <a:lnTo>
                    <a:pt x="87" y="34"/>
                  </a:lnTo>
                  <a:lnTo>
                    <a:pt x="44" y="89"/>
                  </a:lnTo>
                  <a:lnTo>
                    <a:pt x="36" y="84"/>
                  </a:lnTo>
                  <a:lnTo>
                    <a:pt x="40" y="17"/>
                  </a:lnTo>
                  <a:lnTo>
                    <a:pt x="7" y="61"/>
                  </a:lnTo>
                  <a:lnTo>
                    <a:pt x="0" y="55"/>
                  </a:lnTo>
                  <a:close/>
                </a:path>
              </a:pathLst>
            </a:custGeom>
            <a:solidFill>
              <a:srgbClr val="14378B"/>
            </a:solidFill>
            <a:ln>
              <a:noFill/>
            </a:ln>
          </p:spPr>
          <p:txBody>
            <a:bodyPr anchor="ctr"/>
            <a:p>
              <a:pPr algn="ctr"/>
            </a:p>
          </p:txBody>
        </p:sp>
        <p:sp>
          <p:nvSpPr>
            <p:cNvPr id="76" name="íSľíḑè"/>
            <p:cNvSpPr/>
            <p:nvPr>
              <p:custDataLst>
                <p:tags r:id="rId56"/>
              </p:custDataLst>
            </p:nvPr>
          </p:nvSpPr>
          <p:spPr bwMode="auto">
            <a:xfrm>
              <a:off x="6549708" y="956915"/>
              <a:ext cx="75673" cy="74347"/>
            </a:xfrm>
            <a:custGeom>
              <a:avLst/>
              <a:gdLst>
                <a:gd name="T0" fmla="*/ 0 w 57"/>
                <a:gd name="T1" fmla="*/ 50 h 56"/>
                <a:gd name="T2" fmla="*/ 51 w 57"/>
                <a:gd name="T3" fmla="*/ 0 h 56"/>
                <a:gd name="T4" fmla="*/ 57 w 57"/>
                <a:gd name="T5" fmla="*/ 7 h 56"/>
                <a:gd name="T6" fmla="*/ 7 w 57"/>
                <a:gd name="T7" fmla="*/ 56 h 56"/>
                <a:gd name="T8" fmla="*/ 0 w 57"/>
                <a:gd name="T9" fmla="*/ 50 h 56"/>
              </a:gdLst>
              <a:ahLst/>
              <a:cxnLst>
                <a:cxn ang="0">
                  <a:pos x="T0" y="T1"/>
                </a:cxn>
                <a:cxn ang="0">
                  <a:pos x="T2" y="T3"/>
                </a:cxn>
                <a:cxn ang="0">
                  <a:pos x="T4" y="T5"/>
                </a:cxn>
                <a:cxn ang="0">
                  <a:pos x="T6" y="T7"/>
                </a:cxn>
                <a:cxn ang="0">
                  <a:pos x="T8" y="T9"/>
                </a:cxn>
              </a:cxnLst>
              <a:rect l="0" t="0" r="r" b="b"/>
              <a:pathLst>
                <a:path w="57" h="56">
                  <a:moveTo>
                    <a:pt x="0" y="50"/>
                  </a:moveTo>
                  <a:lnTo>
                    <a:pt x="51" y="0"/>
                  </a:lnTo>
                  <a:lnTo>
                    <a:pt x="57" y="7"/>
                  </a:lnTo>
                  <a:lnTo>
                    <a:pt x="7" y="56"/>
                  </a:lnTo>
                  <a:lnTo>
                    <a:pt x="0" y="50"/>
                  </a:lnTo>
                  <a:close/>
                </a:path>
              </a:pathLst>
            </a:custGeom>
            <a:solidFill>
              <a:srgbClr val="14378B"/>
            </a:solidFill>
            <a:ln>
              <a:noFill/>
            </a:ln>
          </p:spPr>
          <p:txBody>
            <a:bodyPr anchor="ctr"/>
            <a:p>
              <a:pPr algn="ctr"/>
            </a:p>
          </p:txBody>
        </p:sp>
        <p:sp>
          <p:nvSpPr>
            <p:cNvPr id="77" name="îṣľïḍê"/>
            <p:cNvSpPr/>
            <p:nvPr>
              <p:custDataLst>
                <p:tags r:id="rId57"/>
              </p:custDataLst>
            </p:nvPr>
          </p:nvSpPr>
          <p:spPr bwMode="auto">
            <a:xfrm>
              <a:off x="6594846" y="984795"/>
              <a:ext cx="102228" cy="96917"/>
            </a:xfrm>
            <a:custGeom>
              <a:avLst/>
              <a:gdLst>
                <a:gd name="T0" fmla="*/ 0 w 74"/>
                <a:gd name="T1" fmla="*/ 62 h 69"/>
                <a:gd name="T2" fmla="*/ 36 w 74"/>
                <a:gd name="T3" fmla="*/ 0 h 69"/>
                <a:gd name="T4" fmla="*/ 42 w 74"/>
                <a:gd name="T5" fmla="*/ 7 h 69"/>
                <a:gd name="T6" fmla="*/ 15 w 74"/>
                <a:gd name="T7" fmla="*/ 52 h 69"/>
                <a:gd name="T8" fmla="*/ 8 w 74"/>
                <a:gd name="T9" fmla="*/ 61 h 69"/>
                <a:gd name="T10" fmla="*/ 19 w 74"/>
                <a:gd name="T11" fmla="*/ 57 h 69"/>
                <a:gd name="T12" fmla="*/ 68 w 74"/>
                <a:gd name="T13" fmla="*/ 41 h 69"/>
                <a:gd name="T14" fmla="*/ 74 w 74"/>
                <a:gd name="T15" fmla="*/ 48 h 69"/>
                <a:gd name="T16" fmla="*/ 6 w 74"/>
                <a:gd name="T17" fmla="*/ 69 h 69"/>
                <a:gd name="T18" fmla="*/ 0 w 74"/>
                <a:gd name="T19" fmla="*/ 62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4" h="69">
                  <a:moveTo>
                    <a:pt x="0" y="62"/>
                  </a:moveTo>
                  <a:cubicBezTo>
                    <a:pt x="36" y="0"/>
                    <a:pt x="36" y="0"/>
                    <a:pt x="36" y="0"/>
                  </a:cubicBezTo>
                  <a:cubicBezTo>
                    <a:pt x="42" y="7"/>
                    <a:pt x="42" y="7"/>
                    <a:pt x="42" y="7"/>
                  </a:cubicBezTo>
                  <a:cubicBezTo>
                    <a:pt x="15" y="52"/>
                    <a:pt x="15" y="52"/>
                    <a:pt x="15" y="52"/>
                  </a:cubicBezTo>
                  <a:cubicBezTo>
                    <a:pt x="13" y="55"/>
                    <a:pt x="11" y="58"/>
                    <a:pt x="8" y="61"/>
                  </a:cubicBezTo>
                  <a:cubicBezTo>
                    <a:pt x="12" y="60"/>
                    <a:pt x="16" y="58"/>
                    <a:pt x="19" y="57"/>
                  </a:cubicBezTo>
                  <a:cubicBezTo>
                    <a:pt x="68" y="41"/>
                    <a:pt x="68" y="41"/>
                    <a:pt x="68" y="41"/>
                  </a:cubicBezTo>
                  <a:cubicBezTo>
                    <a:pt x="74" y="48"/>
                    <a:pt x="74" y="48"/>
                    <a:pt x="74" y="48"/>
                  </a:cubicBezTo>
                  <a:cubicBezTo>
                    <a:pt x="6" y="69"/>
                    <a:pt x="6" y="69"/>
                    <a:pt x="6" y="69"/>
                  </a:cubicBezTo>
                  <a:lnTo>
                    <a:pt x="0" y="62"/>
                  </a:lnTo>
                  <a:close/>
                </a:path>
              </a:pathLst>
            </a:custGeom>
            <a:solidFill>
              <a:srgbClr val="14378B"/>
            </a:solidFill>
            <a:ln>
              <a:noFill/>
            </a:ln>
          </p:spPr>
          <p:txBody>
            <a:bodyPr anchor="ctr"/>
            <a:p>
              <a:pPr algn="ctr"/>
            </a:p>
          </p:txBody>
        </p:sp>
        <p:sp>
          <p:nvSpPr>
            <p:cNvPr id="78" name="ïSľîḑé"/>
            <p:cNvSpPr/>
            <p:nvPr>
              <p:custDataLst>
                <p:tags r:id="rId58"/>
              </p:custDataLst>
            </p:nvPr>
          </p:nvSpPr>
          <p:spPr bwMode="auto">
            <a:xfrm>
              <a:off x="6634676" y="1080384"/>
              <a:ext cx="115503" cy="107538"/>
            </a:xfrm>
            <a:custGeom>
              <a:avLst/>
              <a:gdLst>
                <a:gd name="T0" fmla="*/ 0 w 87"/>
                <a:gd name="T1" fmla="*/ 35 h 81"/>
                <a:gd name="T2" fmla="*/ 61 w 87"/>
                <a:gd name="T3" fmla="*/ 0 h 81"/>
                <a:gd name="T4" fmla="*/ 87 w 87"/>
                <a:gd name="T5" fmla="*/ 44 h 81"/>
                <a:gd name="T6" fmla="*/ 80 w 87"/>
                <a:gd name="T7" fmla="*/ 48 h 81"/>
                <a:gd name="T8" fmla="*/ 59 w 87"/>
                <a:gd name="T9" fmla="*/ 12 h 81"/>
                <a:gd name="T10" fmla="*/ 40 w 87"/>
                <a:gd name="T11" fmla="*/ 23 h 81"/>
                <a:gd name="T12" fmla="*/ 60 w 87"/>
                <a:gd name="T13" fmla="*/ 57 h 81"/>
                <a:gd name="T14" fmla="*/ 53 w 87"/>
                <a:gd name="T15" fmla="*/ 61 h 81"/>
                <a:gd name="T16" fmla="*/ 33 w 87"/>
                <a:gd name="T17" fmla="*/ 27 h 81"/>
                <a:gd name="T18" fmla="*/ 13 w 87"/>
                <a:gd name="T19" fmla="*/ 39 h 81"/>
                <a:gd name="T20" fmla="*/ 34 w 87"/>
                <a:gd name="T21" fmla="*/ 77 h 81"/>
                <a:gd name="T22" fmla="*/ 27 w 87"/>
                <a:gd name="T23" fmla="*/ 81 h 81"/>
                <a:gd name="T24" fmla="*/ 0 w 87"/>
                <a:gd name="T25" fmla="*/ 35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7" h="81">
                  <a:moveTo>
                    <a:pt x="0" y="35"/>
                  </a:moveTo>
                  <a:lnTo>
                    <a:pt x="61" y="0"/>
                  </a:lnTo>
                  <a:lnTo>
                    <a:pt x="87" y="44"/>
                  </a:lnTo>
                  <a:lnTo>
                    <a:pt x="80" y="48"/>
                  </a:lnTo>
                  <a:lnTo>
                    <a:pt x="59" y="12"/>
                  </a:lnTo>
                  <a:lnTo>
                    <a:pt x="40" y="23"/>
                  </a:lnTo>
                  <a:lnTo>
                    <a:pt x="60" y="57"/>
                  </a:lnTo>
                  <a:lnTo>
                    <a:pt x="53" y="61"/>
                  </a:lnTo>
                  <a:lnTo>
                    <a:pt x="33" y="27"/>
                  </a:lnTo>
                  <a:lnTo>
                    <a:pt x="13" y="39"/>
                  </a:lnTo>
                  <a:lnTo>
                    <a:pt x="34" y="77"/>
                  </a:lnTo>
                  <a:lnTo>
                    <a:pt x="27" y="81"/>
                  </a:lnTo>
                  <a:lnTo>
                    <a:pt x="0" y="35"/>
                  </a:lnTo>
                  <a:close/>
                </a:path>
              </a:pathLst>
            </a:custGeom>
            <a:solidFill>
              <a:srgbClr val="14378B"/>
            </a:solidFill>
            <a:ln>
              <a:noFill/>
            </a:ln>
          </p:spPr>
          <p:txBody>
            <a:bodyPr anchor="ctr"/>
            <a:p>
              <a:pPr algn="ctr"/>
            </a:p>
          </p:txBody>
        </p:sp>
        <p:sp>
          <p:nvSpPr>
            <p:cNvPr id="79" name="îṥ1îḋe"/>
            <p:cNvSpPr/>
            <p:nvPr>
              <p:custDataLst>
                <p:tags r:id="rId59"/>
              </p:custDataLst>
            </p:nvPr>
          </p:nvSpPr>
          <p:spPr bwMode="auto">
            <a:xfrm>
              <a:off x="6679813" y="1174643"/>
              <a:ext cx="107538" cy="110193"/>
            </a:xfrm>
            <a:custGeom>
              <a:avLst/>
              <a:gdLst>
                <a:gd name="T0" fmla="*/ 0 w 77"/>
                <a:gd name="T1" fmla="*/ 25 h 79"/>
                <a:gd name="T2" fmla="*/ 62 w 77"/>
                <a:gd name="T3" fmla="*/ 0 h 79"/>
                <a:gd name="T4" fmla="*/ 74 w 77"/>
                <a:gd name="T5" fmla="*/ 27 h 79"/>
                <a:gd name="T6" fmla="*/ 77 w 77"/>
                <a:gd name="T7" fmla="*/ 41 h 79"/>
                <a:gd name="T8" fmla="*/ 74 w 77"/>
                <a:gd name="T9" fmla="*/ 50 h 79"/>
                <a:gd name="T10" fmla="*/ 66 w 77"/>
                <a:gd name="T11" fmla="*/ 56 h 79"/>
                <a:gd name="T12" fmla="*/ 53 w 77"/>
                <a:gd name="T13" fmla="*/ 56 h 79"/>
                <a:gd name="T14" fmla="*/ 42 w 77"/>
                <a:gd name="T15" fmla="*/ 46 h 79"/>
                <a:gd name="T16" fmla="*/ 40 w 77"/>
                <a:gd name="T17" fmla="*/ 52 h 79"/>
                <a:gd name="T18" fmla="*/ 35 w 77"/>
                <a:gd name="T19" fmla="*/ 62 h 79"/>
                <a:gd name="T20" fmla="*/ 22 w 77"/>
                <a:gd name="T21" fmla="*/ 79 h 79"/>
                <a:gd name="T22" fmla="*/ 18 w 77"/>
                <a:gd name="T23" fmla="*/ 69 h 79"/>
                <a:gd name="T24" fmla="*/ 28 w 77"/>
                <a:gd name="T25" fmla="*/ 56 h 79"/>
                <a:gd name="T26" fmla="*/ 34 w 77"/>
                <a:gd name="T27" fmla="*/ 46 h 79"/>
                <a:gd name="T28" fmla="*/ 37 w 77"/>
                <a:gd name="T29" fmla="*/ 40 h 79"/>
                <a:gd name="T30" fmla="*/ 37 w 77"/>
                <a:gd name="T31" fmla="*/ 36 h 79"/>
                <a:gd name="T32" fmla="*/ 35 w 77"/>
                <a:gd name="T33" fmla="*/ 31 h 79"/>
                <a:gd name="T34" fmla="*/ 31 w 77"/>
                <a:gd name="T35" fmla="*/ 22 h 79"/>
                <a:gd name="T36" fmla="*/ 4 w 77"/>
                <a:gd name="T37" fmla="*/ 33 h 79"/>
                <a:gd name="T38" fmla="*/ 0 w 77"/>
                <a:gd name="T39" fmla="*/ 25 h 79"/>
                <a:gd name="T40" fmla="*/ 38 w 77"/>
                <a:gd name="T41" fmla="*/ 19 h 79"/>
                <a:gd name="T42" fmla="*/ 45 w 77"/>
                <a:gd name="T43" fmla="*/ 37 h 79"/>
                <a:gd name="T44" fmla="*/ 50 w 77"/>
                <a:gd name="T45" fmla="*/ 45 h 79"/>
                <a:gd name="T46" fmla="*/ 56 w 77"/>
                <a:gd name="T47" fmla="*/ 48 h 79"/>
                <a:gd name="T48" fmla="*/ 62 w 77"/>
                <a:gd name="T49" fmla="*/ 48 h 79"/>
                <a:gd name="T50" fmla="*/ 68 w 77"/>
                <a:gd name="T51" fmla="*/ 42 h 79"/>
                <a:gd name="T52" fmla="*/ 67 w 77"/>
                <a:gd name="T53" fmla="*/ 30 h 79"/>
                <a:gd name="T54" fmla="*/ 59 w 77"/>
                <a:gd name="T55" fmla="*/ 11 h 79"/>
                <a:gd name="T56" fmla="*/ 38 w 77"/>
                <a:gd name="T57" fmla="*/ 19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7" h="79">
                  <a:moveTo>
                    <a:pt x="0" y="25"/>
                  </a:moveTo>
                  <a:cubicBezTo>
                    <a:pt x="62" y="0"/>
                    <a:pt x="62" y="0"/>
                    <a:pt x="62" y="0"/>
                  </a:cubicBezTo>
                  <a:cubicBezTo>
                    <a:pt x="74" y="27"/>
                    <a:pt x="74" y="27"/>
                    <a:pt x="74" y="27"/>
                  </a:cubicBezTo>
                  <a:cubicBezTo>
                    <a:pt x="76" y="33"/>
                    <a:pt x="77" y="37"/>
                    <a:pt x="77" y="41"/>
                  </a:cubicBezTo>
                  <a:cubicBezTo>
                    <a:pt x="77" y="44"/>
                    <a:pt x="76" y="47"/>
                    <a:pt x="74" y="50"/>
                  </a:cubicBezTo>
                  <a:cubicBezTo>
                    <a:pt x="72" y="53"/>
                    <a:pt x="69" y="55"/>
                    <a:pt x="66" y="56"/>
                  </a:cubicBezTo>
                  <a:cubicBezTo>
                    <a:pt x="61" y="58"/>
                    <a:pt x="57" y="58"/>
                    <a:pt x="53" y="56"/>
                  </a:cubicBezTo>
                  <a:cubicBezTo>
                    <a:pt x="49" y="55"/>
                    <a:pt x="45" y="51"/>
                    <a:pt x="42" y="46"/>
                  </a:cubicBezTo>
                  <a:cubicBezTo>
                    <a:pt x="41" y="48"/>
                    <a:pt x="41" y="50"/>
                    <a:pt x="40" y="52"/>
                  </a:cubicBezTo>
                  <a:cubicBezTo>
                    <a:pt x="39" y="55"/>
                    <a:pt x="37" y="58"/>
                    <a:pt x="35" y="62"/>
                  </a:cubicBezTo>
                  <a:cubicBezTo>
                    <a:pt x="22" y="79"/>
                    <a:pt x="22" y="79"/>
                    <a:pt x="22" y="79"/>
                  </a:cubicBezTo>
                  <a:cubicBezTo>
                    <a:pt x="18" y="69"/>
                    <a:pt x="18" y="69"/>
                    <a:pt x="18" y="69"/>
                  </a:cubicBezTo>
                  <a:cubicBezTo>
                    <a:pt x="28" y="56"/>
                    <a:pt x="28" y="56"/>
                    <a:pt x="28" y="56"/>
                  </a:cubicBezTo>
                  <a:cubicBezTo>
                    <a:pt x="31" y="52"/>
                    <a:pt x="33" y="49"/>
                    <a:pt x="34" y="46"/>
                  </a:cubicBezTo>
                  <a:cubicBezTo>
                    <a:pt x="35" y="44"/>
                    <a:pt x="36" y="42"/>
                    <a:pt x="37" y="40"/>
                  </a:cubicBezTo>
                  <a:cubicBezTo>
                    <a:pt x="37" y="39"/>
                    <a:pt x="37" y="37"/>
                    <a:pt x="37" y="36"/>
                  </a:cubicBezTo>
                  <a:cubicBezTo>
                    <a:pt x="36" y="35"/>
                    <a:pt x="36" y="34"/>
                    <a:pt x="35" y="31"/>
                  </a:cubicBezTo>
                  <a:cubicBezTo>
                    <a:pt x="31" y="22"/>
                    <a:pt x="31" y="22"/>
                    <a:pt x="31" y="22"/>
                  </a:cubicBezTo>
                  <a:cubicBezTo>
                    <a:pt x="4" y="33"/>
                    <a:pt x="4" y="33"/>
                    <a:pt x="4" y="33"/>
                  </a:cubicBezTo>
                  <a:cubicBezTo>
                    <a:pt x="0" y="25"/>
                    <a:pt x="0" y="25"/>
                    <a:pt x="0" y="25"/>
                  </a:cubicBezTo>
                  <a:close/>
                  <a:moveTo>
                    <a:pt x="38" y="19"/>
                  </a:moveTo>
                  <a:cubicBezTo>
                    <a:pt x="45" y="37"/>
                    <a:pt x="45" y="37"/>
                    <a:pt x="45" y="37"/>
                  </a:cubicBezTo>
                  <a:cubicBezTo>
                    <a:pt x="47" y="40"/>
                    <a:pt x="49" y="43"/>
                    <a:pt x="50" y="45"/>
                  </a:cubicBezTo>
                  <a:cubicBezTo>
                    <a:pt x="52" y="47"/>
                    <a:pt x="54" y="48"/>
                    <a:pt x="56" y="48"/>
                  </a:cubicBezTo>
                  <a:cubicBezTo>
                    <a:pt x="58" y="49"/>
                    <a:pt x="60" y="48"/>
                    <a:pt x="62" y="48"/>
                  </a:cubicBezTo>
                  <a:cubicBezTo>
                    <a:pt x="65" y="47"/>
                    <a:pt x="67" y="44"/>
                    <a:pt x="68" y="42"/>
                  </a:cubicBezTo>
                  <a:cubicBezTo>
                    <a:pt x="69" y="39"/>
                    <a:pt x="69" y="35"/>
                    <a:pt x="67" y="30"/>
                  </a:cubicBezTo>
                  <a:cubicBezTo>
                    <a:pt x="59" y="11"/>
                    <a:pt x="59" y="11"/>
                    <a:pt x="59" y="11"/>
                  </a:cubicBezTo>
                  <a:lnTo>
                    <a:pt x="38" y="19"/>
                  </a:lnTo>
                  <a:close/>
                </a:path>
              </a:pathLst>
            </a:custGeom>
            <a:solidFill>
              <a:srgbClr val="14378B"/>
            </a:solidFill>
            <a:ln>
              <a:noFill/>
            </a:ln>
          </p:spPr>
          <p:txBody>
            <a:bodyPr anchor="ctr"/>
            <a:p>
              <a:pPr algn="ctr"/>
            </a:p>
          </p:txBody>
        </p:sp>
        <p:sp>
          <p:nvSpPr>
            <p:cNvPr id="80" name="íSļîḑe"/>
            <p:cNvSpPr/>
            <p:nvPr>
              <p:custDataLst>
                <p:tags r:id="rId60"/>
              </p:custDataLst>
            </p:nvPr>
          </p:nvSpPr>
          <p:spPr bwMode="auto">
            <a:xfrm>
              <a:off x="6718315" y="1286162"/>
              <a:ext cx="98244" cy="80984"/>
            </a:xfrm>
            <a:custGeom>
              <a:avLst/>
              <a:gdLst>
                <a:gd name="T0" fmla="*/ 17 w 70"/>
                <a:gd name="T1" fmla="*/ 5 h 58"/>
                <a:gd name="T2" fmla="*/ 19 w 70"/>
                <a:gd name="T3" fmla="*/ 13 h 58"/>
                <a:gd name="T4" fmla="*/ 12 w 70"/>
                <a:gd name="T5" fmla="*/ 18 h 58"/>
                <a:gd name="T6" fmla="*/ 9 w 70"/>
                <a:gd name="T7" fmla="*/ 25 h 58"/>
                <a:gd name="T8" fmla="*/ 9 w 70"/>
                <a:gd name="T9" fmla="*/ 36 h 58"/>
                <a:gd name="T10" fmla="*/ 13 w 70"/>
                <a:gd name="T11" fmla="*/ 44 h 58"/>
                <a:gd name="T12" fmla="*/ 18 w 70"/>
                <a:gd name="T13" fmla="*/ 49 h 58"/>
                <a:gd name="T14" fmla="*/ 24 w 70"/>
                <a:gd name="T15" fmla="*/ 49 h 58"/>
                <a:gd name="T16" fmla="*/ 29 w 70"/>
                <a:gd name="T17" fmla="*/ 46 h 58"/>
                <a:gd name="T18" fmla="*/ 31 w 70"/>
                <a:gd name="T19" fmla="*/ 39 h 58"/>
                <a:gd name="T20" fmla="*/ 32 w 70"/>
                <a:gd name="T21" fmla="*/ 27 h 58"/>
                <a:gd name="T22" fmla="*/ 33 w 70"/>
                <a:gd name="T23" fmla="*/ 14 h 58"/>
                <a:gd name="T24" fmla="*/ 37 w 70"/>
                <a:gd name="T25" fmla="*/ 5 h 58"/>
                <a:gd name="T26" fmla="*/ 44 w 70"/>
                <a:gd name="T27" fmla="*/ 1 h 58"/>
                <a:gd name="T28" fmla="*/ 54 w 70"/>
                <a:gd name="T29" fmla="*/ 1 h 58"/>
                <a:gd name="T30" fmla="*/ 63 w 70"/>
                <a:gd name="T31" fmla="*/ 8 h 58"/>
                <a:gd name="T32" fmla="*/ 68 w 70"/>
                <a:gd name="T33" fmla="*/ 19 h 58"/>
                <a:gd name="T34" fmla="*/ 69 w 70"/>
                <a:gd name="T35" fmla="*/ 32 h 58"/>
                <a:gd name="T36" fmla="*/ 64 w 70"/>
                <a:gd name="T37" fmla="*/ 43 h 58"/>
                <a:gd name="T38" fmla="*/ 55 w 70"/>
                <a:gd name="T39" fmla="*/ 48 h 58"/>
                <a:gd name="T40" fmla="*/ 52 w 70"/>
                <a:gd name="T41" fmla="*/ 40 h 58"/>
                <a:gd name="T42" fmla="*/ 60 w 70"/>
                <a:gd name="T43" fmla="*/ 34 h 58"/>
                <a:gd name="T44" fmla="*/ 61 w 70"/>
                <a:gd name="T45" fmla="*/ 21 h 58"/>
                <a:gd name="T46" fmla="*/ 55 w 70"/>
                <a:gd name="T47" fmla="*/ 11 h 58"/>
                <a:gd name="T48" fmla="*/ 47 w 70"/>
                <a:gd name="T49" fmla="*/ 9 h 58"/>
                <a:gd name="T50" fmla="*/ 42 w 70"/>
                <a:gd name="T51" fmla="*/ 13 h 58"/>
                <a:gd name="T52" fmla="*/ 41 w 70"/>
                <a:gd name="T53" fmla="*/ 27 h 58"/>
                <a:gd name="T54" fmla="*/ 40 w 70"/>
                <a:gd name="T55" fmla="*/ 42 h 58"/>
                <a:gd name="T56" fmla="*/ 35 w 70"/>
                <a:gd name="T57" fmla="*/ 52 h 58"/>
                <a:gd name="T58" fmla="*/ 27 w 70"/>
                <a:gd name="T59" fmla="*/ 57 h 58"/>
                <a:gd name="T60" fmla="*/ 16 w 70"/>
                <a:gd name="T61" fmla="*/ 57 h 58"/>
                <a:gd name="T62" fmla="*/ 7 w 70"/>
                <a:gd name="T63" fmla="*/ 50 h 58"/>
                <a:gd name="T64" fmla="*/ 1 w 70"/>
                <a:gd name="T65" fmla="*/ 38 h 58"/>
                <a:gd name="T66" fmla="*/ 0 w 70"/>
                <a:gd name="T67" fmla="*/ 23 h 58"/>
                <a:gd name="T68" fmla="*/ 6 w 70"/>
                <a:gd name="T69" fmla="*/ 12 h 58"/>
                <a:gd name="T70" fmla="*/ 17 w 70"/>
                <a:gd name="T71" fmla="*/ 5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0" h="58">
                  <a:moveTo>
                    <a:pt x="17" y="5"/>
                  </a:moveTo>
                  <a:cubicBezTo>
                    <a:pt x="19" y="13"/>
                    <a:pt x="19" y="13"/>
                    <a:pt x="19" y="13"/>
                  </a:cubicBezTo>
                  <a:cubicBezTo>
                    <a:pt x="16" y="14"/>
                    <a:pt x="14" y="16"/>
                    <a:pt x="12" y="18"/>
                  </a:cubicBezTo>
                  <a:cubicBezTo>
                    <a:pt x="10" y="20"/>
                    <a:pt x="9" y="22"/>
                    <a:pt x="9" y="25"/>
                  </a:cubicBezTo>
                  <a:cubicBezTo>
                    <a:pt x="8" y="29"/>
                    <a:pt x="8" y="32"/>
                    <a:pt x="9" y="36"/>
                  </a:cubicBezTo>
                  <a:cubicBezTo>
                    <a:pt x="10" y="39"/>
                    <a:pt x="11" y="42"/>
                    <a:pt x="13" y="44"/>
                  </a:cubicBezTo>
                  <a:cubicBezTo>
                    <a:pt x="14" y="47"/>
                    <a:pt x="16" y="48"/>
                    <a:pt x="18" y="49"/>
                  </a:cubicBezTo>
                  <a:cubicBezTo>
                    <a:pt x="20" y="50"/>
                    <a:pt x="22" y="50"/>
                    <a:pt x="24" y="49"/>
                  </a:cubicBezTo>
                  <a:cubicBezTo>
                    <a:pt x="26" y="49"/>
                    <a:pt x="28" y="48"/>
                    <a:pt x="29" y="46"/>
                  </a:cubicBezTo>
                  <a:cubicBezTo>
                    <a:pt x="30" y="45"/>
                    <a:pt x="31" y="42"/>
                    <a:pt x="31" y="39"/>
                  </a:cubicBezTo>
                  <a:cubicBezTo>
                    <a:pt x="32" y="37"/>
                    <a:pt x="32" y="33"/>
                    <a:pt x="32" y="27"/>
                  </a:cubicBezTo>
                  <a:cubicBezTo>
                    <a:pt x="32" y="21"/>
                    <a:pt x="32" y="16"/>
                    <a:pt x="33" y="14"/>
                  </a:cubicBezTo>
                  <a:cubicBezTo>
                    <a:pt x="33" y="10"/>
                    <a:pt x="35" y="7"/>
                    <a:pt x="37" y="5"/>
                  </a:cubicBezTo>
                  <a:cubicBezTo>
                    <a:pt x="39" y="3"/>
                    <a:pt x="41" y="2"/>
                    <a:pt x="44" y="1"/>
                  </a:cubicBezTo>
                  <a:cubicBezTo>
                    <a:pt x="48" y="0"/>
                    <a:pt x="51" y="0"/>
                    <a:pt x="54" y="1"/>
                  </a:cubicBezTo>
                  <a:cubicBezTo>
                    <a:pt x="58" y="2"/>
                    <a:pt x="60" y="5"/>
                    <a:pt x="63" y="8"/>
                  </a:cubicBezTo>
                  <a:cubicBezTo>
                    <a:pt x="65" y="11"/>
                    <a:pt x="67" y="15"/>
                    <a:pt x="68" y="19"/>
                  </a:cubicBezTo>
                  <a:cubicBezTo>
                    <a:pt x="69" y="24"/>
                    <a:pt x="70" y="28"/>
                    <a:pt x="69" y="32"/>
                  </a:cubicBezTo>
                  <a:cubicBezTo>
                    <a:pt x="68" y="37"/>
                    <a:pt x="67" y="40"/>
                    <a:pt x="64" y="43"/>
                  </a:cubicBezTo>
                  <a:cubicBezTo>
                    <a:pt x="62" y="45"/>
                    <a:pt x="58" y="47"/>
                    <a:pt x="55" y="48"/>
                  </a:cubicBezTo>
                  <a:cubicBezTo>
                    <a:pt x="52" y="40"/>
                    <a:pt x="52" y="40"/>
                    <a:pt x="52" y="40"/>
                  </a:cubicBezTo>
                  <a:cubicBezTo>
                    <a:pt x="56" y="39"/>
                    <a:pt x="59" y="37"/>
                    <a:pt x="60" y="34"/>
                  </a:cubicBezTo>
                  <a:cubicBezTo>
                    <a:pt x="62" y="30"/>
                    <a:pt x="62" y="26"/>
                    <a:pt x="61" y="21"/>
                  </a:cubicBezTo>
                  <a:cubicBezTo>
                    <a:pt x="59" y="16"/>
                    <a:pt x="57" y="13"/>
                    <a:pt x="55" y="11"/>
                  </a:cubicBezTo>
                  <a:cubicBezTo>
                    <a:pt x="52" y="9"/>
                    <a:pt x="50" y="8"/>
                    <a:pt x="47" y="9"/>
                  </a:cubicBezTo>
                  <a:cubicBezTo>
                    <a:pt x="45" y="10"/>
                    <a:pt x="43" y="11"/>
                    <a:pt x="42" y="13"/>
                  </a:cubicBezTo>
                  <a:cubicBezTo>
                    <a:pt x="41" y="15"/>
                    <a:pt x="40" y="20"/>
                    <a:pt x="41" y="27"/>
                  </a:cubicBezTo>
                  <a:cubicBezTo>
                    <a:pt x="41" y="34"/>
                    <a:pt x="41" y="40"/>
                    <a:pt x="40" y="42"/>
                  </a:cubicBezTo>
                  <a:cubicBezTo>
                    <a:pt x="39" y="47"/>
                    <a:pt x="38" y="50"/>
                    <a:pt x="35" y="52"/>
                  </a:cubicBezTo>
                  <a:cubicBezTo>
                    <a:pt x="33" y="55"/>
                    <a:pt x="30" y="57"/>
                    <a:pt x="27" y="57"/>
                  </a:cubicBezTo>
                  <a:cubicBezTo>
                    <a:pt x="23" y="58"/>
                    <a:pt x="20" y="58"/>
                    <a:pt x="16" y="57"/>
                  </a:cubicBezTo>
                  <a:cubicBezTo>
                    <a:pt x="13" y="56"/>
                    <a:pt x="10" y="53"/>
                    <a:pt x="7" y="50"/>
                  </a:cubicBezTo>
                  <a:cubicBezTo>
                    <a:pt x="5" y="47"/>
                    <a:pt x="3" y="43"/>
                    <a:pt x="1" y="38"/>
                  </a:cubicBezTo>
                  <a:cubicBezTo>
                    <a:pt x="0" y="32"/>
                    <a:pt x="0" y="27"/>
                    <a:pt x="0" y="23"/>
                  </a:cubicBezTo>
                  <a:cubicBezTo>
                    <a:pt x="1" y="18"/>
                    <a:pt x="3" y="15"/>
                    <a:pt x="6" y="12"/>
                  </a:cubicBezTo>
                  <a:cubicBezTo>
                    <a:pt x="9" y="8"/>
                    <a:pt x="12" y="6"/>
                    <a:pt x="17" y="5"/>
                  </a:cubicBezTo>
                  <a:close/>
                </a:path>
              </a:pathLst>
            </a:custGeom>
            <a:solidFill>
              <a:srgbClr val="14378B"/>
            </a:solidFill>
            <a:ln>
              <a:noFill/>
            </a:ln>
          </p:spPr>
          <p:txBody>
            <a:bodyPr anchor="ctr"/>
            <a:p>
              <a:pPr algn="ctr"/>
            </a:p>
          </p:txBody>
        </p:sp>
        <p:sp>
          <p:nvSpPr>
            <p:cNvPr id="81" name="íšļïḓè"/>
            <p:cNvSpPr/>
            <p:nvPr>
              <p:custDataLst>
                <p:tags r:id="rId61"/>
              </p:custDataLst>
            </p:nvPr>
          </p:nvSpPr>
          <p:spPr bwMode="auto">
            <a:xfrm>
              <a:off x="6732919" y="1387061"/>
              <a:ext cx="94262" cy="25225"/>
            </a:xfrm>
            <a:custGeom>
              <a:avLst/>
              <a:gdLst>
                <a:gd name="T0" fmla="*/ 0 w 71"/>
                <a:gd name="T1" fmla="*/ 9 h 19"/>
                <a:gd name="T2" fmla="*/ 69 w 71"/>
                <a:gd name="T3" fmla="*/ 0 h 19"/>
                <a:gd name="T4" fmla="*/ 71 w 71"/>
                <a:gd name="T5" fmla="*/ 9 h 19"/>
                <a:gd name="T6" fmla="*/ 1 w 71"/>
                <a:gd name="T7" fmla="*/ 19 h 19"/>
                <a:gd name="T8" fmla="*/ 0 w 71"/>
                <a:gd name="T9" fmla="*/ 9 h 19"/>
              </a:gdLst>
              <a:ahLst/>
              <a:cxnLst>
                <a:cxn ang="0">
                  <a:pos x="T0" y="T1"/>
                </a:cxn>
                <a:cxn ang="0">
                  <a:pos x="T2" y="T3"/>
                </a:cxn>
                <a:cxn ang="0">
                  <a:pos x="T4" y="T5"/>
                </a:cxn>
                <a:cxn ang="0">
                  <a:pos x="T6" y="T7"/>
                </a:cxn>
                <a:cxn ang="0">
                  <a:pos x="T8" y="T9"/>
                </a:cxn>
              </a:cxnLst>
              <a:rect l="0" t="0" r="r" b="b"/>
              <a:pathLst>
                <a:path w="71" h="19">
                  <a:moveTo>
                    <a:pt x="0" y="9"/>
                  </a:moveTo>
                  <a:lnTo>
                    <a:pt x="69" y="0"/>
                  </a:lnTo>
                  <a:lnTo>
                    <a:pt x="71" y="9"/>
                  </a:lnTo>
                  <a:lnTo>
                    <a:pt x="1" y="19"/>
                  </a:lnTo>
                  <a:lnTo>
                    <a:pt x="0" y="9"/>
                  </a:lnTo>
                  <a:close/>
                </a:path>
              </a:pathLst>
            </a:custGeom>
            <a:solidFill>
              <a:srgbClr val="14378B"/>
            </a:solidFill>
            <a:ln>
              <a:noFill/>
            </a:ln>
          </p:spPr>
          <p:txBody>
            <a:bodyPr anchor="ctr"/>
            <a:p>
              <a:pPr algn="ctr"/>
            </a:p>
          </p:txBody>
        </p:sp>
        <p:sp>
          <p:nvSpPr>
            <p:cNvPr id="82" name="îṥļíḋê"/>
            <p:cNvSpPr/>
            <p:nvPr>
              <p:custDataLst>
                <p:tags r:id="rId62"/>
              </p:custDataLst>
            </p:nvPr>
          </p:nvSpPr>
          <p:spPr bwMode="auto">
            <a:xfrm>
              <a:off x="6736901" y="1430872"/>
              <a:ext cx="94262" cy="74347"/>
            </a:xfrm>
            <a:custGeom>
              <a:avLst/>
              <a:gdLst>
                <a:gd name="T0" fmla="*/ 0 w 71"/>
                <a:gd name="T1" fmla="*/ 26 h 56"/>
                <a:gd name="T2" fmla="*/ 62 w 71"/>
                <a:gd name="T3" fmla="*/ 24 h 56"/>
                <a:gd name="T4" fmla="*/ 61 w 71"/>
                <a:gd name="T5" fmla="*/ 1 h 56"/>
                <a:gd name="T6" fmla="*/ 69 w 71"/>
                <a:gd name="T7" fmla="*/ 0 h 56"/>
                <a:gd name="T8" fmla="*/ 71 w 71"/>
                <a:gd name="T9" fmla="*/ 55 h 56"/>
                <a:gd name="T10" fmla="*/ 63 w 71"/>
                <a:gd name="T11" fmla="*/ 56 h 56"/>
                <a:gd name="T12" fmla="*/ 62 w 71"/>
                <a:gd name="T13" fmla="*/ 32 h 56"/>
                <a:gd name="T14" fmla="*/ 0 w 71"/>
                <a:gd name="T15" fmla="*/ 35 h 56"/>
                <a:gd name="T16" fmla="*/ 0 w 71"/>
                <a:gd name="T17"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 h="56">
                  <a:moveTo>
                    <a:pt x="0" y="26"/>
                  </a:moveTo>
                  <a:lnTo>
                    <a:pt x="62" y="24"/>
                  </a:lnTo>
                  <a:lnTo>
                    <a:pt x="61" y="1"/>
                  </a:lnTo>
                  <a:lnTo>
                    <a:pt x="69" y="0"/>
                  </a:lnTo>
                  <a:lnTo>
                    <a:pt x="71" y="55"/>
                  </a:lnTo>
                  <a:lnTo>
                    <a:pt x="63" y="56"/>
                  </a:lnTo>
                  <a:lnTo>
                    <a:pt x="62" y="32"/>
                  </a:lnTo>
                  <a:lnTo>
                    <a:pt x="0" y="35"/>
                  </a:lnTo>
                  <a:lnTo>
                    <a:pt x="0" y="26"/>
                  </a:lnTo>
                  <a:close/>
                </a:path>
              </a:pathLst>
            </a:custGeom>
            <a:solidFill>
              <a:srgbClr val="14378B"/>
            </a:solidFill>
            <a:ln>
              <a:noFill/>
            </a:ln>
          </p:spPr>
          <p:txBody>
            <a:bodyPr anchor="ctr"/>
            <a:p>
              <a:pPr algn="ctr"/>
            </a:p>
          </p:txBody>
        </p:sp>
        <p:sp>
          <p:nvSpPr>
            <p:cNvPr id="83" name="ïŝ1îḑe"/>
            <p:cNvSpPr/>
            <p:nvPr>
              <p:custDataLst>
                <p:tags r:id="rId63"/>
              </p:custDataLst>
            </p:nvPr>
          </p:nvSpPr>
          <p:spPr bwMode="auto">
            <a:xfrm>
              <a:off x="6728935" y="1530445"/>
              <a:ext cx="98244" cy="83641"/>
            </a:xfrm>
            <a:custGeom>
              <a:avLst/>
              <a:gdLst>
                <a:gd name="T0" fmla="*/ 2 w 71"/>
                <a:gd name="T1" fmla="*/ 17 h 60"/>
                <a:gd name="T2" fmla="*/ 30 w 71"/>
                <a:gd name="T3" fmla="*/ 20 h 60"/>
                <a:gd name="T4" fmla="*/ 71 w 71"/>
                <a:gd name="T5" fmla="*/ 0 h 60"/>
                <a:gd name="T6" fmla="*/ 70 w 71"/>
                <a:gd name="T7" fmla="*/ 10 h 60"/>
                <a:gd name="T8" fmla="*/ 48 w 71"/>
                <a:gd name="T9" fmla="*/ 21 h 60"/>
                <a:gd name="T10" fmla="*/ 36 w 71"/>
                <a:gd name="T11" fmla="*/ 26 h 60"/>
                <a:gd name="T12" fmla="*/ 47 w 71"/>
                <a:gd name="T13" fmla="*/ 35 h 60"/>
                <a:gd name="T14" fmla="*/ 65 w 71"/>
                <a:gd name="T15" fmla="*/ 50 h 60"/>
                <a:gd name="T16" fmla="*/ 64 w 71"/>
                <a:gd name="T17" fmla="*/ 60 h 60"/>
                <a:gd name="T18" fmla="*/ 29 w 71"/>
                <a:gd name="T19" fmla="*/ 29 h 60"/>
                <a:gd name="T20" fmla="*/ 0 w 71"/>
                <a:gd name="T21" fmla="*/ 26 h 60"/>
                <a:gd name="T22" fmla="*/ 2 w 71"/>
                <a:gd name="T23" fmla="*/ 17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1" h="60">
                  <a:moveTo>
                    <a:pt x="2" y="17"/>
                  </a:moveTo>
                  <a:cubicBezTo>
                    <a:pt x="30" y="20"/>
                    <a:pt x="30" y="20"/>
                    <a:pt x="30" y="20"/>
                  </a:cubicBezTo>
                  <a:cubicBezTo>
                    <a:pt x="71" y="0"/>
                    <a:pt x="71" y="0"/>
                    <a:pt x="71" y="0"/>
                  </a:cubicBezTo>
                  <a:cubicBezTo>
                    <a:pt x="70" y="10"/>
                    <a:pt x="70" y="10"/>
                    <a:pt x="70" y="10"/>
                  </a:cubicBezTo>
                  <a:cubicBezTo>
                    <a:pt x="48" y="21"/>
                    <a:pt x="48" y="21"/>
                    <a:pt x="48" y="21"/>
                  </a:cubicBezTo>
                  <a:cubicBezTo>
                    <a:pt x="44" y="23"/>
                    <a:pt x="40" y="25"/>
                    <a:pt x="36" y="26"/>
                  </a:cubicBezTo>
                  <a:cubicBezTo>
                    <a:pt x="39" y="29"/>
                    <a:pt x="43" y="32"/>
                    <a:pt x="47" y="35"/>
                  </a:cubicBezTo>
                  <a:cubicBezTo>
                    <a:pt x="65" y="50"/>
                    <a:pt x="65" y="50"/>
                    <a:pt x="65" y="50"/>
                  </a:cubicBezTo>
                  <a:cubicBezTo>
                    <a:pt x="64" y="60"/>
                    <a:pt x="64" y="60"/>
                    <a:pt x="64" y="60"/>
                  </a:cubicBezTo>
                  <a:cubicBezTo>
                    <a:pt x="29" y="29"/>
                    <a:pt x="29" y="29"/>
                    <a:pt x="29" y="29"/>
                  </a:cubicBezTo>
                  <a:cubicBezTo>
                    <a:pt x="0" y="26"/>
                    <a:pt x="0" y="26"/>
                    <a:pt x="0" y="26"/>
                  </a:cubicBezTo>
                  <a:lnTo>
                    <a:pt x="2" y="17"/>
                  </a:lnTo>
                  <a:close/>
                </a:path>
              </a:pathLst>
            </a:custGeom>
            <a:solidFill>
              <a:srgbClr val="14378B"/>
            </a:solidFill>
            <a:ln>
              <a:noFill/>
            </a:ln>
          </p:spPr>
          <p:txBody>
            <a:bodyPr anchor="ctr"/>
            <a:p>
              <a:pPr algn="ctr"/>
            </a:p>
          </p:txBody>
        </p:sp>
        <p:sp>
          <p:nvSpPr>
            <p:cNvPr id="84" name="îṧlídê"/>
            <p:cNvSpPr/>
            <p:nvPr>
              <p:custDataLst>
                <p:tags r:id="rId64"/>
              </p:custDataLst>
            </p:nvPr>
          </p:nvSpPr>
          <p:spPr bwMode="auto">
            <a:xfrm>
              <a:off x="6576260" y="1838451"/>
              <a:ext cx="124795" cy="118158"/>
            </a:xfrm>
            <a:custGeom>
              <a:avLst/>
              <a:gdLst>
                <a:gd name="T0" fmla="*/ 89 w 89"/>
                <a:gd name="T1" fmla="*/ 69 h 84"/>
                <a:gd name="T2" fmla="*/ 81 w 89"/>
                <a:gd name="T3" fmla="*/ 68 h 84"/>
                <a:gd name="T4" fmla="*/ 77 w 89"/>
                <a:gd name="T5" fmla="*/ 65 h 84"/>
                <a:gd name="T6" fmla="*/ 12 w 89"/>
                <a:gd name="T7" fmla="*/ 12 h 84"/>
                <a:gd name="T8" fmla="*/ 8 w 89"/>
                <a:gd name="T9" fmla="*/ 4 h 84"/>
                <a:gd name="T10" fmla="*/ 2 w 89"/>
                <a:gd name="T11" fmla="*/ 9 h 84"/>
                <a:gd name="T12" fmla="*/ 0 w 89"/>
                <a:gd name="T13" fmla="*/ 14 h 84"/>
                <a:gd name="T14" fmla="*/ 8 w 89"/>
                <a:gd name="T15" fmla="*/ 16 h 84"/>
                <a:gd name="T16" fmla="*/ 73 w 89"/>
                <a:gd name="T17" fmla="*/ 71 h 84"/>
                <a:gd name="T18" fmla="*/ 78 w 89"/>
                <a:gd name="T19" fmla="*/ 80 h 84"/>
                <a:gd name="T20" fmla="*/ 89 w 89"/>
                <a:gd name="T21" fmla="*/ 69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9" h="84">
                  <a:moveTo>
                    <a:pt x="89" y="69"/>
                  </a:moveTo>
                  <a:cubicBezTo>
                    <a:pt x="89" y="69"/>
                    <a:pt x="86" y="71"/>
                    <a:pt x="81" y="68"/>
                  </a:cubicBezTo>
                  <a:cubicBezTo>
                    <a:pt x="80" y="68"/>
                    <a:pt x="78" y="67"/>
                    <a:pt x="77" y="65"/>
                  </a:cubicBezTo>
                  <a:cubicBezTo>
                    <a:pt x="63" y="54"/>
                    <a:pt x="12" y="12"/>
                    <a:pt x="12" y="12"/>
                  </a:cubicBezTo>
                  <a:cubicBezTo>
                    <a:pt x="12" y="12"/>
                    <a:pt x="6" y="7"/>
                    <a:pt x="8" y="4"/>
                  </a:cubicBezTo>
                  <a:cubicBezTo>
                    <a:pt x="10" y="0"/>
                    <a:pt x="2" y="9"/>
                    <a:pt x="2" y="9"/>
                  </a:cubicBezTo>
                  <a:cubicBezTo>
                    <a:pt x="0" y="14"/>
                    <a:pt x="0" y="14"/>
                    <a:pt x="0" y="14"/>
                  </a:cubicBezTo>
                  <a:cubicBezTo>
                    <a:pt x="0" y="14"/>
                    <a:pt x="3" y="12"/>
                    <a:pt x="8" y="16"/>
                  </a:cubicBezTo>
                  <a:cubicBezTo>
                    <a:pt x="13" y="21"/>
                    <a:pt x="73" y="71"/>
                    <a:pt x="73" y="71"/>
                  </a:cubicBezTo>
                  <a:cubicBezTo>
                    <a:pt x="74" y="72"/>
                    <a:pt x="78" y="77"/>
                    <a:pt x="78" y="80"/>
                  </a:cubicBezTo>
                  <a:cubicBezTo>
                    <a:pt x="78" y="84"/>
                    <a:pt x="89" y="69"/>
                    <a:pt x="89" y="69"/>
                  </a:cubicBezTo>
                  <a:close/>
                </a:path>
              </a:pathLst>
            </a:custGeom>
            <a:solidFill>
              <a:srgbClr val="14378B"/>
            </a:solidFill>
            <a:ln>
              <a:noFill/>
            </a:ln>
          </p:spPr>
          <p:txBody>
            <a:bodyPr anchor="ctr"/>
            <a:p>
              <a:pPr algn="ctr"/>
            </a:p>
          </p:txBody>
        </p:sp>
        <p:sp>
          <p:nvSpPr>
            <p:cNvPr id="85" name="íšḻiďè"/>
            <p:cNvSpPr/>
            <p:nvPr>
              <p:custDataLst>
                <p:tags r:id="rId65"/>
              </p:custDataLst>
            </p:nvPr>
          </p:nvSpPr>
          <p:spPr bwMode="auto">
            <a:xfrm>
              <a:off x="5495580" y="1843761"/>
              <a:ext cx="127450" cy="111519"/>
            </a:xfrm>
            <a:custGeom>
              <a:avLst/>
              <a:gdLst>
                <a:gd name="T0" fmla="*/ 0 w 92"/>
                <a:gd name="T1" fmla="*/ 65 h 80"/>
                <a:gd name="T2" fmla="*/ 9 w 92"/>
                <a:gd name="T3" fmla="*/ 64 h 80"/>
                <a:gd name="T4" fmla="*/ 79 w 92"/>
                <a:gd name="T5" fmla="*/ 11 h 80"/>
                <a:gd name="T6" fmla="*/ 83 w 92"/>
                <a:gd name="T7" fmla="*/ 3 h 80"/>
                <a:gd name="T8" fmla="*/ 89 w 92"/>
                <a:gd name="T9" fmla="*/ 9 h 80"/>
                <a:gd name="T10" fmla="*/ 92 w 92"/>
                <a:gd name="T11" fmla="*/ 14 h 80"/>
                <a:gd name="T12" fmla="*/ 83 w 92"/>
                <a:gd name="T13" fmla="*/ 16 h 80"/>
                <a:gd name="T14" fmla="*/ 16 w 92"/>
                <a:gd name="T15" fmla="*/ 69 h 80"/>
                <a:gd name="T16" fmla="*/ 11 w 92"/>
                <a:gd name="T17" fmla="*/ 77 h 80"/>
                <a:gd name="T18" fmla="*/ 0 w 92"/>
                <a:gd name="T19" fmla="*/ 65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 h="80">
                  <a:moveTo>
                    <a:pt x="0" y="65"/>
                  </a:moveTo>
                  <a:cubicBezTo>
                    <a:pt x="0" y="65"/>
                    <a:pt x="4" y="68"/>
                    <a:pt x="9" y="64"/>
                  </a:cubicBezTo>
                  <a:cubicBezTo>
                    <a:pt x="14" y="61"/>
                    <a:pt x="79" y="11"/>
                    <a:pt x="79" y="11"/>
                  </a:cubicBezTo>
                  <a:cubicBezTo>
                    <a:pt x="79" y="11"/>
                    <a:pt x="85" y="7"/>
                    <a:pt x="83" y="3"/>
                  </a:cubicBezTo>
                  <a:cubicBezTo>
                    <a:pt x="82" y="0"/>
                    <a:pt x="89" y="9"/>
                    <a:pt x="89" y="9"/>
                  </a:cubicBezTo>
                  <a:cubicBezTo>
                    <a:pt x="92" y="14"/>
                    <a:pt x="92" y="14"/>
                    <a:pt x="92" y="14"/>
                  </a:cubicBezTo>
                  <a:cubicBezTo>
                    <a:pt x="92" y="14"/>
                    <a:pt x="88" y="12"/>
                    <a:pt x="83" y="16"/>
                  </a:cubicBezTo>
                  <a:cubicBezTo>
                    <a:pt x="78" y="20"/>
                    <a:pt x="16" y="69"/>
                    <a:pt x="16" y="69"/>
                  </a:cubicBezTo>
                  <a:cubicBezTo>
                    <a:pt x="16" y="69"/>
                    <a:pt x="11" y="73"/>
                    <a:pt x="11" y="77"/>
                  </a:cubicBezTo>
                  <a:cubicBezTo>
                    <a:pt x="10" y="80"/>
                    <a:pt x="0" y="65"/>
                    <a:pt x="0" y="65"/>
                  </a:cubicBezTo>
                  <a:close/>
                </a:path>
              </a:pathLst>
            </a:custGeom>
            <a:solidFill>
              <a:srgbClr val="14378B"/>
            </a:solidFill>
            <a:ln>
              <a:noFill/>
            </a:ln>
          </p:spPr>
          <p:txBody>
            <a:bodyPr anchor="ctr"/>
            <a:p>
              <a:pPr algn="ct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lt"/>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9" Type="http://schemas.openxmlformats.org/officeDocument/2006/relationships/tags" Target="../tags/tag81.xml"/><Relationship Id="rId8" Type="http://schemas.openxmlformats.org/officeDocument/2006/relationships/tags" Target="../tags/tag80.xml"/><Relationship Id="rId7" Type="http://schemas.openxmlformats.org/officeDocument/2006/relationships/tags" Target="../tags/tag79.xml"/><Relationship Id="rId6" Type="http://schemas.openxmlformats.org/officeDocument/2006/relationships/tags" Target="../tags/tag78.xml"/><Relationship Id="rId5" Type="http://schemas.openxmlformats.org/officeDocument/2006/relationships/tags" Target="../tags/tag77.xml"/><Relationship Id="rId4" Type="http://schemas.openxmlformats.org/officeDocument/2006/relationships/tags" Target="../tags/tag76.xml"/><Relationship Id="rId3" Type="http://schemas.openxmlformats.org/officeDocument/2006/relationships/tags" Target="../tags/tag75.xml"/><Relationship Id="rId22" Type="http://schemas.openxmlformats.org/officeDocument/2006/relationships/slideLayout" Target="../slideLayouts/slideLayout1.xml"/><Relationship Id="rId21" Type="http://schemas.openxmlformats.org/officeDocument/2006/relationships/tags" Target="../tags/tag93.xml"/><Relationship Id="rId20" Type="http://schemas.openxmlformats.org/officeDocument/2006/relationships/tags" Target="../tags/tag92.xml"/><Relationship Id="rId2" Type="http://schemas.openxmlformats.org/officeDocument/2006/relationships/tags" Target="../tags/tag74.xml"/><Relationship Id="rId19" Type="http://schemas.openxmlformats.org/officeDocument/2006/relationships/tags" Target="../tags/tag91.xml"/><Relationship Id="rId18" Type="http://schemas.openxmlformats.org/officeDocument/2006/relationships/tags" Target="../tags/tag90.xml"/><Relationship Id="rId17" Type="http://schemas.openxmlformats.org/officeDocument/2006/relationships/tags" Target="../tags/tag89.xml"/><Relationship Id="rId16" Type="http://schemas.openxmlformats.org/officeDocument/2006/relationships/tags" Target="../tags/tag88.xml"/><Relationship Id="rId15" Type="http://schemas.openxmlformats.org/officeDocument/2006/relationships/tags" Target="../tags/tag87.xml"/><Relationship Id="rId14" Type="http://schemas.openxmlformats.org/officeDocument/2006/relationships/tags" Target="../tags/tag86.xml"/><Relationship Id="rId13" Type="http://schemas.openxmlformats.org/officeDocument/2006/relationships/tags" Target="../tags/tag85.xml"/><Relationship Id="rId12" Type="http://schemas.openxmlformats.org/officeDocument/2006/relationships/tags" Target="../tags/tag84.xml"/><Relationship Id="rId11" Type="http://schemas.openxmlformats.org/officeDocument/2006/relationships/tags" Target="../tags/tag83.xml"/><Relationship Id="rId10" Type="http://schemas.openxmlformats.org/officeDocument/2006/relationships/tags" Target="../tags/tag82.xml"/><Relationship Id="rId1" Type="http://schemas.openxmlformats.org/officeDocument/2006/relationships/tags" Target="../tags/tag7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tags" Target="../tags/tag94.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9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 name="矩形 11"/>
          <p:cNvSpPr/>
          <p:nvPr/>
        </p:nvSpPr>
        <p:spPr>
          <a:xfrm>
            <a:off x="-60325" y="5774690"/>
            <a:ext cx="12270740" cy="11131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 name="矩形 6"/>
          <p:cNvSpPr/>
          <p:nvPr/>
        </p:nvSpPr>
        <p:spPr>
          <a:xfrm>
            <a:off x="1934845" y="3981450"/>
            <a:ext cx="9424988" cy="398780"/>
          </a:xfrm>
          <a:prstGeom prst="rect">
            <a:avLst/>
          </a:prstGeom>
        </p:spPr>
        <p:txBody>
          <a:bodyPr>
            <a:spAutoFit/>
          </a:bodyPr>
          <a:lstStyle/>
          <a:p>
            <a:pPr marL="0" marR="0" lvl="0" indent="0" algn="ctr" defTabSz="914400" rtl="0" eaLnBrk="1" fontAlgn="auto" latinLnBrk="0" hangingPunct="1">
              <a:lnSpc>
                <a:spcPct val="100000"/>
              </a:lnSpc>
              <a:spcBef>
                <a:spcPct val="20000"/>
              </a:spcBef>
              <a:spcAft>
                <a:spcPts val="0"/>
              </a:spcAft>
              <a:buClrTx/>
              <a:buSzTx/>
              <a:buFontTx/>
              <a:buNone/>
              <a:defRPr/>
            </a:pPr>
            <a:r>
              <a:rPr kumimoji="0" lang="en-US" altLang="zh-CN" sz="2000" i="0" u="none" strike="noStrike" kern="100" cap="none" spc="0" normalizeH="0" baseline="0" noProof="0" dirty="0">
                <a:ln>
                  <a:noFill/>
                </a:ln>
                <a:solidFill>
                  <a:schemeClr val="tx1"/>
                </a:solidFill>
                <a:effectLst/>
                <a:uLnTx/>
                <a:uFillTx/>
                <a:latin typeface="楷体" panose="02010609060101010101" charset="-122"/>
                <a:ea typeface="楷体" panose="02010609060101010101" charset="-122"/>
                <a:cs typeface="楷体" panose="02010609060101010101" charset="-122"/>
              </a:rPr>
              <a:t> </a:t>
            </a:r>
            <a:endParaRPr kumimoji="0" lang="zh-CN" altLang="en-US" sz="2000" i="0" u="none" strike="noStrike" kern="100" cap="none" spc="0" normalizeH="0" baseline="0" noProof="0" dirty="0">
              <a:ln>
                <a:noFill/>
              </a:ln>
              <a:solidFill>
                <a:schemeClr val="tx1"/>
              </a:solidFill>
              <a:effectLst/>
              <a:uLnTx/>
              <a:uFillTx/>
              <a:latin typeface="楷体" panose="02010609060101010101" charset="-122"/>
              <a:ea typeface="楷体" panose="02010609060101010101" charset="-122"/>
              <a:cs typeface="楷体" panose="02010609060101010101" charset="-122"/>
            </a:endParaRPr>
          </a:p>
        </p:txBody>
      </p:sp>
      <p:sp>
        <p:nvSpPr>
          <p:cNvPr id="3" name="副标题 2"/>
          <p:cNvSpPr>
            <a:spLocks noGrp="1"/>
          </p:cNvSpPr>
          <p:nvPr/>
        </p:nvSpPr>
        <p:spPr>
          <a:xfrm>
            <a:off x="859155" y="2240280"/>
            <a:ext cx="10857230" cy="479425"/>
          </a:xfrm>
          <a:prstGeom prst="rect">
            <a:avLst/>
          </a:prstGeom>
        </p:spPr>
        <p:txBody>
          <a:bodyPr vert="horz" wrap="square" lIns="91440" tIns="45720" rIns="91440" bIns="45720" numCol="1" rtlCol="0" anchor="t" anchorCtr="0" compatLnSpc="1">
            <a:no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lt"/>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zh-CN" altLang="en-US" sz="6600" b="1" i="0" u="none" strike="noStrike" kern="100" cap="none" spc="0" normalizeH="0" baseline="0" noProof="0" dirty="0" smtClean="0">
                <a:ln>
                  <a:noFill/>
                </a:ln>
                <a:solidFill>
                  <a:schemeClr val="tx1"/>
                </a:solidFill>
                <a:effectLst/>
                <a:uLnTx/>
                <a:uFillTx/>
                <a:latin typeface="楷体" panose="02010609060101010101" charset="-122"/>
                <a:ea typeface="楷体" panose="02010609060101010101" charset="-122"/>
                <a:cs typeface="仿宋_GB2312" pitchFamily="49" charset="-122"/>
              </a:rPr>
              <a:t>二维碳/碳复合材料力学性能影响因素的研究现状</a:t>
            </a:r>
            <a:endParaRPr kumimoji="0" lang="zh-CN" altLang="en-US" sz="6600" b="1" i="0" u="none" strike="noStrike" kern="100" cap="none" spc="0" normalizeH="0" baseline="0" noProof="0" dirty="0" smtClean="0">
              <a:ln>
                <a:noFill/>
              </a:ln>
              <a:solidFill>
                <a:schemeClr val="tx1"/>
              </a:solidFill>
              <a:effectLst/>
              <a:uLnTx/>
              <a:uFillTx/>
              <a:latin typeface="楷体" panose="02010609060101010101" charset="-122"/>
              <a:ea typeface="楷体" panose="02010609060101010101" charset="-122"/>
              <a:cs typeface="仿宋_GB2312" pitchFamily="49" charset="-122"/>
            </a:endParaRPr>
          </a:p>
        </p:txBody>
      </p:sp>
      <p:sp>
        <p:nvSpPr>
          <p:cNvPr id="8" name="矩形 7"/>
          <p:cNvSpPr/>
          <p:nvPr/>
        </p:nvSpPr>
        <p:spPr>
          <a:xfrm>
            <a:off x="4017645" y="4629785"/>
            <a:ext cx="4157345" cy="768350"/>
          </a:xfrm>
          <a:prstGeom prst="rect">
            <a:avLst/>
          </a:prstGeom>
        </p:spPr>
        <p:txBody>
          <a:bodyPr wrap="square">
            <a:spAutoFit/>
          </a:bodyPr>
          <a:p>
            <a:pPr marL="0" marR="0" lvl="0" indent="0" algn="ctr" defTabSz="914400" rtl="0" eaLnBrk="1" fontAlgn="auto" latinLnBrk="0" hangingPunct="1">
              <a:lnSpc>
                <a:spcPct val="100000"/>
              </a:lnSpc>
              <a:spcBef>
                <a:spcPct val="20000"/>
              </a:spcBef>
              <a:spcAft>
                <a:spcPts val="0"/>
              </a:spcAft>
              <a:buClrTx/>
              <a:buSzTx/>
              <a:buFontTx/>
              <a:buNone/>
              <a:defRPr/>
            </a:pPr>
            <a:r>
              <a:rPr kumimoji="0" lang="en-US" altLang="zh-CN" sz="2000" i="0" u="none" strike="noStrike" kern="100" cap="none" spc="0" normalizeH="0" baseline="0" noProof="0" dirty="0">
                <a:ln>
                  <a:noFill/>
                </a:ln>
                <a:solidFill>
                  <a:schemeClr val="tx1"/>
                </a:solidFill>
                <a:effectLst/>
                <a:uLnTx/>
                <a:uFillTx/>
                <a:latin typeface="楷体" panose="02010609060101010101" charset="-122"/>
                <a:ea typeface="楷体" panose="02010609060101010101" charset="-122"/>
                <a:cs typeface="楷体" panose="02010609060101010101" charset="-122"/>
              </a:rPr>
              <a:t> </a:t>
            </a:r>
            <a:r>
              <a:rPr kumimoji="0" lang="zh-CN" altLang="en-US" sz="2000" i="0" u="none" strike="noStrike" kern="100" cap="none" spc="0" normalizeH="0" baseline="0" noProof="0" dirty="0">
                <a:ln>
                  <a:noFill/>
                </a:ln>
                <a:solidFill>
                  <a:schemeClr val="tx1"/>
                </a:solidFill>
                <a:effectLst/>
                <a:uLnTx/>
                <a:uFillTx/>
                <a:latin typeface="楷体" panose="02010609060101010101" charset="-122"/>
                <a:ea typeface="楷体" panose="02010609060101010101" charset="-122"/>
                <a:cs typeface="楷体" panose="02010609060101010101" charset="-122"/>
              </a:rPr>
              <a:t>汇报人：</a:t>
            </a:r>
            <a:r>
              <a:rPr kumimoji="0" lang="zh-CN" altLang="en-US" sz="2000" i="0" u="none" strike="noStrike" kern="100" cap="none" spc="0" normalizeH="0" baseline="0" noProof="0" dirty="0">
                <a:ln>
                  <a:noFill/>
                </a:ln>
                <a:solidFill>
                  <a:schemeClr val="tx1"/>
                </a:solidFill>
                <a:effectLst/>
                <a:uLnTx/>
                <a:uFillTx/>
                <a:latin typeface="Arial" panose="020B0604020202020204" pitchFamily="34" charset="0"/>
                <a:ea typeface="楷体" panose="02010609060101010101" charset="-122"/>
                <a:cs typeface="楷体" panose="02010609060101010101" charset="-122"/>
              </a:rPr>
              <a:t>邵素</a:t>
            </a:r>
            <a:endParaRPr kumimoji="0" lang="zh-CN" altLang="en-US" sz="2000" i="0" u="none" strike="noStrike" kern="100" cap="none" spc="0" normalizeH="0" baseline="0" noProof="0" dirty="0">
              <a:ln>
                <a:noFill/>
              </a:ln>
              <a:solidFill>
                <a:schemeClr val="tx1"/>
              </a:solidFill>
              <a:effectLst/>
              <a:uLnTx/>
              <a:uFillTx/>
              <a:latin typeface="楷体" panose="02010609060101010101" charset="-122"/>
              <a:ea typeface="楷体" panose="02010609060101010101" charset="-122"/>
              <a:cs typeface="楷体" panose="02010609060101010101" charset="-122"/>
            </a:endParaRPr>
          </a:p>
          <a:p>
            <a:pPr marL="0" marR="0" lvl="0" indent="0" algn="ctr" defTabSz="914400" rtl="0" eaLnBrk="1" fontAlgn="auto" latinLnBrk="0" hangingPunct="1">
              <a:lnSpc>
                <a:spcPct val="100000"/>
              </a:lnSpc>
              <a:spcBef>
                <a:spcPct val="20000"/>
              </a:spcBef>
              <a:spcAft>
                <a:spcPts val="0"/>
              </a:spcAft>
              <a:buClrTx/>
              <a:buSzTx/>
              <a:buFontTx/>
              <a:buNone/>
              <a:defRPr/>
            </a:pPr>
            <a:r>
              <a:rPr kumimoji="0" lang="zh-CN" altLang="en-US" sz="2000" i="0" u="none" strike="noStrike" kern="100" cap="none" spc="0" normalizeH="0" baseline="0" noProof="0" dirty="0">
                <a:ln>
                  <a:noFill/>
                </a:ln>
                <a:solidFill>
                  <a:schemeClr val="tx1"/>
                </a:solidFill>
                <a:effectLst/>
                <a:uLnTx/>
                <a:uFillTx/>
                <a:latin typeface="楷体" panose="02010609060101010101" charset="-122"/>
                <a:ea typeface="楷体" panose="02010609060101010101" charset="-122"/>
                <a:cs typeface="楷体" panose="02010609060101010101" charset="-122"/>
              </a:rPr>
              <a:t>课任教师：</a:t>
            </a:r>
            <a:r>
              <a:rPr lang="zh-CN" altLang="en-US" sz="2000" kern="100" noProof="0" dirty="0">
                <a:ln>
                  <a:noFill/>
                </a:ln>
                <a:effectLst/>
                <a:uLnTx/>
                <a:uFillTx/>
                <a:latin typeface="Arial" panose="020B0604020202020204" pitchFamily="34" charset="0"/>
                <a:ea typeface="楷体" panose="02010609060101010101" charset="-122"/>
                <a:cs typeface="楷体" panose="02010609060101010101" charset="-122"/>
                <a:sym typeface="+mn-ea"/>
              </a:rPr>
              <a:t>江垚</a:t>
            </a:r>
            <a:endParaRPr kumimoji="0" lang="en-US" altLang="zh-CN" sz="2000" i="0" u="none" strike="noStrike" kern="100" cap="none" spc="0" normalizeH="0" baseline="0" noProof="0" dirty="0">
              <a:ln>
                <a:noFill/>
              </a:ln>
              <a:solidFill>
                <a:schemeClr val="tx1"/>
              </a:solidFill>
              <a:effectLst/>
              <a:uLnTx/>
              <a:uFillTx/>
              <a:latin typeface="楷体" panose="02010609060101010101" charset="-122"/>
              <a:ea typeface="楷体" panose="02010609060101010101" charset="-122"/>
              <a:cs typeface="楷体" panose="02010609060101010101" charset="-122"/>
            </a:endParaRPr>
          </a:p>
        </p:txBody>
      </p:sp>
      <p:grpSp>
        <p:nvGrpSpPr>
          <p:cNvPr id="15" name="组合 14"/>
          <p:cNvGrpSpPr/>
          <p:nvPr/>
        </p:nvGrpSpPr>
        <p:grpSpPr>
          <a:xfrm>
            <a:off x="6045835" y="5012055"/>
            <a:ext cx="6165215" cy="1875790"/>
            <a:chOff x="8607" y="6344"/>
            <a:chExt cx="10624" cy="4504"/>
          </a:xfrm>
        </p:grpSpPr>
        <p:sp>
          <p:nvSpPr>
            <p:cNvPr id="14" name="Isosceles Triangle 22"/>
            <p:cNvSpPr/>
            <p:nvPr/>
          </p:nvSpPr>
          <p:spPr>
            <a:xfrm rot="5400000" flipV="1">
              <a:off x="13203" y="4377"/>
              <a:ext cx="4061" cy="7995"/>
            </a:xfrm>
            <a:prstGeom prst="triangle">
              <a:avLst>
                <a:gd name="adj" fmla="val 100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sp>
        <p:sp>
          <p:nvSpPr>
            <p:cNvPr id="13" name="Isosceles Triangle 22"/>
            <p:cNvSpPr/>
            <p:nvPr/>
          </p:nvSpPr>
          <p:spPr>
            <a:xfrm rot="5400000" flipV="1">
              <a:off x="12683" y="4301"/>
              <a:ext cx="2470" cy="10623"/>
            </a:xfrm>
            <a:prstGeom prst="triangle">
              <a:avLst>
                <a:gd name="adj" fmla="val 100000"/>
              </a:avLst>
            </a:prstGeom>
            <a:solidFill>
              <a:srgbClr val="174777"/>
            </a:solidFill>
            <a:ln>
              <a:noFill/>
            </a:ln>
            <a:effectLst/>
          </p:spPr>
          <p:style>
            <a:lnRef idx="1">
              <a:schemeClr val="accent1"/>
            </a:lnRef>
            <a:fillRef idx="3">
              <a:schemeClr val="accent1"/>
            </a:fillRef>
            <a:effectRef idx="2">
              <a:schemeClr val="accent1"/>
            </a:effectRef>
            <a:fontRef idx="minor">
              <a:schemeClr val="lt1"/>
            </a:fontRef>
          </p:style>
        </p:sp>
      </p:grpSp>
      <p:grpSp>
        <p:nvGrpSpPr>
          <p:cNvPr id="16" name="组合 15"/>
          <p:cNvGrpSpPr/>
          <p:nvPr/>
        </p:nvGrpSpPr>
        <p:grpSpPr>
          <a:xfrm flipH="1" flipV="1">
            <a:off x="-60740" y="5090"/>
            <a:ext cx="4407950" cy="2222490"/>
            <a:chOff x="8607" y="7291"/>
            <a:chExt cx="10623" cy="3557"/>
          </a:xfrm>
        </p:grpSpPr>
        <p:sp>
          <p:nvSpPr>
            <p:cNvPr id="17" name="Isosceles Triangle 22"/>
            <p:cNvSpPr/>
            <p:nvPr/>
          </p:nvSpPr>
          <p:spPr>
            <a:xfrm rot="5400000" flipV="1">
              <a:off x="13219" y="4414"/>
              <a:ext cx="3114" cy="8868"/>
            </a:xfrm>
            <a:prstGeom prst="triangle">
              <a:avLst>
                <a:gd name="adj" fmla="val 100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sp>
        <p:sp>
          <p:nvSpPr>
            <p:cNvPr id="18" name="Isosceles Triangle 22"/>
            <p:cNvSpPr/>
            <p:nvPr/>
          </p:nvSpPr>
          <p:spPr>
            <a:xfrm rot="5400000" flipV="1">
              <a:off x="12683" y="4301"/>
              <a:ext cx="2470" cy="10623"/>
            </a:xfrm>
            <a:prstGeom prst="triangle">
              <a:avLst>
                <a:gd name="adj" fmla="val 100000"/>
              </a:avLst>
            </a:prstGeom>
            <a:solidFill>
              <a:srgbClr val="174777"/>
            </a:solidFill>
            <a:ln>
              <a:noFill/>
            </a:ln>
            <a:effectLst/>
          </p:spPr>
          <p:style>
            <a:lnRef idx="1">
              <a:schemeClr val="accent1"/>
            </a:lnRef>
            <a:fillRef idx="3">
              <a:schemeClr val="accent1"/>
            </a:fillRef>
            <a:effectRef idx="2">
              <a:schemeClr val="accent1"/>
            </a:effectRef>
            <a:fontRef idx="minor">
              <a:schemeClr val="lt1"/>
            </a:fontRef>
          </p:style>
        </p:sp>
      </p:grpSp>
      <p:cxnSp>
        <p:nvCxnSpPr>
          <p:cNvPr id="21" name="直接连接符 20"/>
          <p:cNvCxnSpPr/>
          <p:nvPr/>
        </p:nvCxnSpPr>
        <p:spPr>
          <a:xfrm>
            <a:off x="2391410" y="4241165"/>
            <a:ext cx="7793355" cy="12065"/>
          </a:xfrm>
          <a:prstGeom prst="line">
            <a:avLst/>
          </a:prstGeom>
          <a:ln>
            <a:solidFill>
              <a:srgbClr val="174777"/>
            </a:solidFill>
          </a:ln>
        </p:spPr>
        <p:style>
          <a:lnRef idx="1">
            <a:schemeClr val="accent1"/>
          </a:lnRef>
          <a:fillRef idx="0">
            <a:schemeClr val="accent1"/>
          </a:fillRef>
          <a:effectRef idx="0">
            <a:schemeClr val="accent1"/>
          </a:effectRef>
          <a:fontRef idx="minor">
            <a:schemeClr val="tx1"/>
          </a:fontRef>
        </p:style>
      </p:cxnSp>
      <p:cxnSp>
        <p:nvCxnSpPr>
          <p:cNvPr id="2" name="直接连接符 1"/>
          <p:cNvCxnSpPr/>
          <p:nvPr/>
        </p:nvCxnSpPr>
        <p:spPr>
          <a:xfrm flipV="1">
            <a:off x="1026795" y="3275965"/>
            <a:ext cx="10523220" cy="9525"/>
          </a:xfrm>
          <a:prstGeom prst="line">
            <a:avLst/>
          </a:prstGeom>
          <a:ln>
            <a:solidFill>
              <a:srgbClr val="174777"/>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Freeform 26"/>
          <p:cNvSpPr/>
          <p:nvPr/>
        </p:nvSpPr>
        <p:spPr bwMode="auto">
          <a:xfrm rot="5400000">
            <a:off x="-3020903" y="2964392"/>
            <a:ext cx="6857997" cy="929221"/>
          </a:xfrm>
          <a:custGeom>
            <a:avLst/>
            <a:gdLst/>
            <a:ahLst/>
            <a:cxnLst>
              <a:cxn ang="0">
                <a:pos x="2861" y="904"/>
              </a:cxn>
              <a:cxn ang="0">
                <a:pos x="2861" y="0"/>
              </a:cxn>
              <a:cxn ang="0">
                <a:pos x="1382" y="332"/>
              </a:cxn>
              <a:cxn ang="0">
                <a:pos x="0" y="46"/>
              </a:cxn>
              <a:cxn ang="0">
                <a:pos x="0" y="904"/>
              </a:cxn>
              <a:cxn ang="0">
                <a:pos x="2861" y="904"/>
              </a:cxn>
            </a:cxnLst>
            <a:rect l="0" t="0" r="r" b="b"/>
            <a:pathLst>
              <a:path w="2861" h="904">
                <a:moveTo>
                  <a:pt x="2861" y="904"/>
                </a:moveTo>
                <a:cubicBezTo>
                  <a:pt x="2861" y="0"/>
                  <a:pt x="2861" y="0"/>
                  <a:pt x="2861" y="0"/>
                </a:cubicBezTo>
                <a:cubicBezTo>
                  <a:pt x="2414" y="221"/>
                  <a:pt x="1921" y="332"/>
                  <a:pt x="1382" y="332"/>
                </a:cubicBezTo>
                <a:cubicBezTo>
                  <a:pt x="882" y="332"/>
                  <a:pt x="421" y="237"/>
                  <a:pt x="0" y="46"/>
                </a:cubicBezTo>
                <a:cubicBezTo>
                  <a:pt x="0" y="904"/>
                  <a:pt x="0" y="904"/>
                  <a:pt x="0" y="904"/>
                </a:cubicBezTo>
                <a:cubicBezTo>
                  <a:pt x="2861" y="904"/>
                  <a:pt x="2861" y="904"/>
                  <a:pt x="2861" y="904"/>
                </a:cubicBezTo>
                <a:close/>
              </a:path>
            </a:pathLst>
          </a:custGeom>
          <a:gradFill flip="none" rotWithShape="1">
            <a:gsLst>
              <a:gs pos="0">
                <a:schemeClr val="bg1">
                  <a:lumMod val="75000"/>
                </a:schemeClr>
              </a:gs>
              <a:gs pos="59000">
                <a:schemeClr val="bg1">
                  <a:lumMod val="95000"/>
                </a:schemeClr>
              </a:gs>
              <a:gs pos="100000">
                <a:schemeClr val="bg1">
                  <a:lumMod val="75000"/>
                </a:schemeClr>
              </a:gs>
            </a:gsLst>
            <a:path path="circle">
              <a:fillToRect l="100000" t="100000"/>
            </a:path>
            <a:tileRect r="-100000" b="-100000"/>
          </a:gradFill>
          <a:ln w="9525">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8" name="Freeform 107"/>
          <p:cNvSpPr/>
          <p:nvPr/>
        </p:nvSpPr>
        <p:spPr bwMode="auto">
          <a:xfrm rot="5400000">
            <a:off x="-2343825" y="2352649"/>
            <a:ext cx="6857999" cy="2152708"/>
          </a:xfrm>
          <a:custGeom>
            <a:avLst/>
            <a:gdLst/>
            <a:ahLst/>
            <a:cxnLst>
              <a:cxn ang="0">
                <a:pos x="2129" y="670"/>
              </a:cxn>
              <a:cxn ang="0">
                <a:pos x="2129" y="640"/>
              </a:cxn>
              <a:cxn ang="0">
                <a:pos x="0" y="0"/>
              </a:cxn>
              <a:cxn ang="0">
                <a:pos x="0" y="688"/>
              </a:cxn>
              <a:cxn ang="0">
                <a:pos x="1053" y="1054"/>
              </a:cxn>
              <a:cxn ang="0">
                <a:pos x="2129" y="670"/>
              </a:cxn>
            </a:cxnLst>
            <a:rect l="0" t="0" r="r" b="b"/>
            <a:pathLst>
              <a:path w="2129" h="1054">
                <a:moveTo>
                  <a:pt x="2129" y="670"/>
                </a:moveTo>
                <a:cubicBezTo>
                  <a:pt x="2129" y="640"/>
                  <a:pt x="2129" y="640"/>
                  <a:pt x="2129" y="640"/>
                </a:cubicBezTo>
                <a:cubicBezTo>
                  <a:pt x="1070" y="830"/>
                  <a:pt x="360" y="617"/>
                  <a:pt x="0" y="0"/>
                </a:cubicBezTo>
                <a:cubicBezTo>
                  <a:pt x="0" y="688"/>
                  <a:pt x="0" y="688"/>
                  <a:pt x="0" y="688"/>
                </a:cubicBezTo>
                <a:cubicBezTo>
                  <a:pt x="310" y="932"/>
                  <a:pt x="661" y="1054"/>
                  <a:pt x="1053" y="1054"/>
                </a:cubicBezTo>
                <a:cubicBezTo>
                  <a:pt x="1454" y="1054"/>
                  <a:pt x="1813" y="926"/>
                  <a:pt x="2129" y="670"/>
                </a:cubicBezTo>
                <a:close/>
              </a:path>
            </a:pathLst>
          </a:custGeom>
          <a:solidFill>
            <a:srgbClr val="19487C"/>
          </a:solidFill>
          <a:ln w="9525">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16" name="文本框 15"/>
          <p:cNvSpPr txBox="1"/>
          <p:nvPr/>
        </p:nvSpPr>
        <p:spPr>
          <a:xfrm>
            <a:off x="962660" y="2929890"/>
            <a:ext cx="1198880" cy="1260475"/>
          </a:xfrm>
          <a:prstGeom prst="rect">
            <a:avLst/>
          </a:prstGeom>
          <a:noFill/>
        </p:spPr>
        <p:txBody>
          <a:bodyPr wrap="none" rtlCol="0" anchor="t">
            <a:spAutoFit/>
          </a:bodyPr>
          <a:p>
            <a:pPr algn="ctr"/>
            <a:r>
              <a:rPr lang="zh-CN" altLang="en-US" sz="4000">
                <a:latin typeface="楷体" panose="02010609060101010101" charset="-122"/>
                <a:ea typeface="楷体" panose="02010609060101010101" charset="-122"/>
                <a:cs typeface="楷体" panose="02010609060101010101" charset="-122"/>
                <a:sym typeface="+mn-ea"/>
              </a:rPr>
              <a:t>目录</a:t>
            </a:r>
            <a:endParaRPr lang="zh-CN" altLang="en-US" sz="2800">
              <a:latin typeface="楷体" panose="02010609060101010101" charset="-122"/>
              <a:ea typeface="楷体" panose="02010609060101010101" charset="-122"/>
              <a:cs typeface="楷体" panose="02010609060101010101" charset="-122"/>
              <a:sym typeface="+mn-ea"/>
            </a:endParaRPr>
          </a:p>
          <a:p>
            <a:pPr algn="ctr"/>
            <a:r>
              <a:rPr lang="en-US" altLang="zh-CN">
                <a:latin typeface="楷体" panose="02010609060101010101" charset="-122"/>
                <a:ea typeface="楷体" panose="02010609060101010101" charset="-122"/>
                <a:cs typeface="楷体" panose="02010609060101010101" charset="-122"/>
                <a:sym typeface="+mn-ea"/>
              </a:rPr>
              <a:t>C</a:t>
            </a:r>
            <a:r>
              <a:rPr lang="zh-CN" altLang="en-US">
                <a:latin typeface="楷体" panose="02010609060101010101" charset="-122"/>
                <a:ea typeface="楷体" panose="02010609060101010101" charset="-122"/>
                <a:cs typeface="楷体" panose="02010609060101010101" charset="-122"/>
                <a:sym typeface="+mn-ea"/>
              </a:rPr>
              <a:t>ontents</a:t>
            </a:r>
            <a:br>
              <a:rPr lang="zh-CN" altLang="en-US">
                <a:latin typeface="楷体" panose="02010609060101010101" charset="-122"/>
                <a:ea typeface="楷体" panose="02010609060101010101" charset="-122"/>
                <a:cs typeface="楷体" panose="02010609060101010101" charset="-122"/>
                <a:sym typeface="+mn-ea"/>
              </a:rPr>
            </a:br>
            <a:endParaRPr lang="zh-CN" altLang="en-US">
              <a:latin typeface="楷体" panose="02010609060101010101" charset="-122"/>
              <a:ea typeface="楷体" panose="02010609060101010101" charset="-122"/>
              <a:cs typeface="楷体" panose="02010609060101010101" charset="-122"/>
            </a:endParaRPr>
          </a:p>
        </p:txBody>
      </p:sp>
      <p:sp>
        <p:nvSpPr>
          <p:cNvPr id="983" name="MH_Number_1">
            <a:hlinkClick r:id="" action="ppaction://noaction"/>
          </p:cNvPr>
          <p:cNvSpPr/>
          <p:nvPr>
            <p:custDataLst>
              <p:tags r:id="rId1"/>
            </p:custDataLst>
          </p:nvPr>
        </p:nvSpPr>
        <p:spPr bwMode="auto">
          <a:xfrm>
            <a:off x="2418080" y="1087755"/>
            <a:ext cx="751840" cy="394335"/>
          </a:xfrm>
          <a:custGeom>
            <a:avLst/>
            <a:gdLst>
              <a:gd name="connsiteX0" fmla="*/ 0 w 374121"/>
              <a:gd name="connsiteY0" fmla="*/ 0 h 196322"/>
              <a:gd name="connsiteX1" fmla="*/ 274519 w 374121"/>
              <a:gd name="connsiteY1" fmla="*/ 0 h 196322"/>
              <a:gd name="connsiteX2" fmla="*/ 374121 w 374121"/>
              <a:gd name="connsiteY2" fmla="*/ 196322 h 196322"/>
              <a:gd name="connsiteX3" fmla="*/ 0 w 374121"/>
              <a:gd name="connsiteY3" fmla="*/ 196322 h 196322"/>
            </a:gdLst>
            <a:ahLst/>
            <a:cxnLst>
              <a:cxn ang="0">
                <a:pos x="connsiteX0" y="connsiteY0"/>
              </a:cxn>
              <a:cxn ang="0">
                <a:pos x="connsiteX1" y="connsiteY1"/>
              </a:cxn>
              <a:cxn ang="0">
                <a:pos x="connsiteX2" y="connsiteY2"/>
              </a:cxn>
              <a:cxn ang="0">
                <a:pos x="connsiteX3" y="connsiteY3"/>
              </a:cxn>
            </a:cxnLst>
            <a:rect l="l" t="t" r="r" b="b"/>
            <a:pathLst>
              <a:path w="374121" h="196322">
                <a:moveTo>
                  <a:pt x="0" y="0"/>
                </a:moveTo>
                <a:lnTo>
                  <a:pt x="274519" y="0"/>
                </a:lnTo>
                <a:lnTo>
                  <a:pt x="374121" y="196322"/>
                </a:lnTo>
                <a:lnTo>
                  <a:pt x="0" y="196322"/>
                </a:lnTo>
                <a:close/>
              </a:path>
            </a:pathLst>
          </a:custGeom>
          <a:solidFill>
            <a:srgbClr val="19487C"/>
          </a:solidFill>
          <a:ln w="12700">
            <a:solidFill>
              <a:srgbClr val="19487C"/>
            </a:solidFill>
            <a:miter lim="800000"/>
          </a:ln>
        </p:spPr>
        <p:txBody>
          <a:bodyPr wrap="square" lIns="90000" tIns="46800" rIns="90000" bIns="46800" anchor="ctr">
            <a:noAutofit/>
          </a:bodyPr>
          <a:lstStyle/>
          <a:p>
            <a:pPr algn="ctr">
              <a:spcBef>
                <a:spcPct val="0"/>
              </a:spcBef>
            </a:pPr>
            <a:endParaRPr lang="zh-CN" altLang="en-US" sz="2800" b="1" dirty="0">
              <a:solidFill>
                <a:schemeClr val="bg1"/>
              </a:solidFill>
              <a:latin typeface="楷体" panose="02010609060101010101" charset="-122"/>
              <a:ea typeface="楷体" panose="02010609060101010101" charset="-122"/>
            </a:endParaRPr>
          </a:p>
        </p:txBody>
      </p:sp>
      <p:sp>
        <p:nvSpPr>
          <p:cNvPr id="984" name="MH_Entry_1">
            <a:hlinkClick r:id="" action="ppaction://noaction"/>
          </p:cNvPr>
          <p:cNvSpPr/>
          <p:nvPr>
            <p:custDataLst>
              <p:tags r:id="rId2"/>
            </p:custDataLst>
          </p:nvPr>
        </p:nvSpPr>
        <p:spPr>
          <a:xfrm>
            <a:off x="3169920" y="1436370"/>
            <a:ext cx="4890135" cy="45720"/>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1" fmla="*/ 0 w 2520280"/>
              <a:gd name="connsiteY0-2" fmla="*/ 1584176 h 1872208"/>
              <a:gd name="connsiteX1-3" fmla="*/ 2520280 w 2520280"/>
              <a:gd name="connsiteY1-4" fmla="*/ 1584176 h 1872208"/>
              <a:gd name="connsiteX2-5" fmla="*/ 2520280 w 2520280"/>
              <a:gd name="connsiteY2-6" fmla="*/ 1872208 h 1872208"/>
              <a:gd name="connsiteX3-7" fmla="*/ 0 w 2520280"/>
              <a:gd name="connsiteY3-8" fmla="*/ 1872208 h 1872208"/>
              <a:gd name="connsiteX4-9" fmla="*/ 0 w 2520280"/>
              <a:gd name="connsiteY4-10" fmla="*/ 1584176 h 1872208"/>
              <a:gd name="connsiteX5-11" fmla="*/ 0 w 2520280"/>
              <a:gd name="connsiteY5-12" fmla="*/ 0 h 1872208"/>
              <a:gd name="connsiteX6-13" fmla="*/ 2520280 w 2520280"/>
              <a:gd name="connsiteY6-14" fmla="*/ 0 h 1872208"/>
              <a:gd name="connsiteX7-15" fmla="*/ 0 w 2520280"/>
              <a:gd name="connsiteY7-16" fmla="*/ 0 h 1872208"/>
              <a:gd name="connsiteX0-17" fmla="*/ 0 w 2520280"/>
              <a:gd name="connsiteY0-18" fmla="*/ 1872208 h 1872208"/>
              <a:gd name="connsiteX1-19" fmla="*/ 2520280 w 2520280"/>
              <a:gd name="connsiteY1-20" fmla="*/ 1584176 h 1872208"/>
              <a:gd name="connsiteX2-21" fmla="*/ 2520280 w 2520280"/>
              <a:gd name="connsiteY2-22" fmla="*/ 1872208 h 1872208"/>
              <a:gd name="connsiteX3-23" fmla="*/ 0 w 2520280"/>
              <a:gd name="connsiteY3-24" fmla="*/ 1872208 h 1872208"/>
              <a:gd name="connsiteX4-25" fmla="*/ 0 w 2520280"/>
              <a:gd name="connsiteY4-26" fmla="*/ 0 h 1872208"/>
              <a:gd name="connsiteX5-27" fmla="*/ 2520280 w 2520280"/>
              <a:gd name="connsiteY5-28" fmla="*/ 0 h 1872208"/>
              <a:gd name="connsiteX6-29" fmla="*/ 0 w 2520280"/>
              <a:gd name="connsiteY6-30" fmla="*/ 0 h 1872208"/>
              <a:gd name="connsiteX0-31" fmla="*/ 0 w 2520280"/>
              <a:gd name="connsiteY0-32" fmla="*/ 1872208 h 1872208"/>
              <a:gd name="connsiteX1-33" fmla="*/ 2520280 w 2520280"/>
              <a:gd name="connsiteY1-34" fmla="*/ 1872208 h 1872208"/>
              <a:gd name="connsiteX2-35" fmla="*/ 0 w 2520280"/>
              <a:gd name="connsiteY2-36" fmla="*/ 1872208 h 1872208"/>
              <a:gd name="connsiteX3-37" fmla="*/ 0 w 2520280"/>
              <a:gd name="connsiteY3-38" fmla="*/ 0 h 1872208"/>
              <a:gd name="connsiteX4-39" fmla="*/ 2520280 w 2520280"/>
              <a:gd name="connsiteY4-40" fmla="*/ 0 h 1872208"/>
              <a:gd name="connsiteX5-41" fmla="*/ 0 w 2520280"/>
              <a:gd name="connsiteY5-42" fmla="*/ 0 h 1872208"/>
              <a:gd name="connsiteX0-43" fmla="*/ 0 w 2520280"/>
              <a:gd name="connsiteY0-44" fmla="*/ 1872208 h 1872208"/>
              <a:gd name="connsiteX1-45" fmla="*/ 2520280 w 2520280"/>
              <a:gd name="connsiteY1-46" fmla="*/ 1872208 h 1872208"/>
              <a:gd name="connsiteX2-47" fmla="*/ 0 w 2520280"/>
              <a:gd name="connsiteY2-48" fmla="*/ 1872208 h 1872208"/>
              <a:gd name="connsiteX3-49" fmla="*/ 0 w 2520280"/>
              <a:gd name="connsiteY3-50" fmla="*/ 0 h 1872208"/>
              <a:gd name="connsiteX4-51" fmla="*/ 34255 w 2520280"/>
              <a:gd name="connsiteY4-52" fmla="*/ 0 h 1872208"/>
              <a:gd name="connsiteX5-53" fmla="*/ 0 w 2520280"/>
              <a:gd name="connsiteY5-54" fmla="*/ 0 h 1872208"/>
              <a:gd name="connsiteX0-55" fmla="*/ 0 w 2520280"/>
              <a:gd name="connsiteY0-56" fmla="*/ 1872208 h 1872208"/>
              <a:gd name="connsiteX1-57" fmla="*/ 2520280 w 2520280"/>
              <a:gd name="connsiteY1-58" fmla="*/ 1872208 h 1872208"/>
              <a:gd name="connsiteX2-59" fmla="*/ 0 w 2520280"/>
              <a:gd name="connsiteY2-60" fmla="*/ 1872208 h 1872208"/>
              <a:gd name="connsiteX3-61" fmla="*/ 0 w 2520280"/>
              <a:gd name="connsiteY3-62" fmla="*/ 0 h 1872208"/>
              <a:gd name="connsiteX4-63" fmla="*/ 917 w 2520280"/>
              <a:gd name="connsiteY4-64" fmla="*/ 6036 h 1872208"/>
              <a:gd name="connsiteX5-65" fmla="*/ 0 w 2520280"/>
              <a:gd name="connsiteY5-66" fmla="*/ 0 h 1872208"/>
              <a:gd name="connsiteX0-67" fmla="*/ 0 w 2520280"/>
              <a:gd name="connsiteY0-68" fmla="*/ 1890314 h 1890314"/>
              <a:gd name="connsiteX1-69" fmla="*/ 2520280 w 2520280"/>
              <a:gd name="connsiteY1-70" fmla="*/ 1890314 h 1890314"/>
              <a:gd name="connsiteX2-71" fmla="*/ 0 w 2520280"/>
              <a:gd name="connsiteY2-72" fmla="*/ 1890314 h 1890314"/>
              <a:gd name="connsiteX3-73" fmla="*/ 0 w 2520280"/>
              <a:gd name="connsiteY3-74" fmla="*/ 18106 h 1890314"/>
              <a:gd name="connsiteX4-75" fmla="*/ 53304 w 2520280"/>
              <a:gd name="connsiteY4-76" fmla="*/ 0 h 1890314"/>
              <a:gd name="connsiteX5-77" fmla="*/ 0 w 2520280"/>
              <a:gd name="connsiteY5-78" fmla="*/ 18106 h 1890314"/>
              <a:gd name="connsiteX0-79" fmla="*/ 0 w 2520280"/>
              <a:gd name="connsiteY0-80" fmla="*/ 1872208 h 1872208"/>
              <a:gd name="connsiteX1-81" fmla="*/ 2520280 w 2520280"/>
              <a:gd name="connsiteY1-82" fmla="*/ 1872208 h 1872208"/>
              <a:gd name="connsiteX2-83" fmla="*/ 0 w 2520280"/>
              <a:gd name="connsiteY2-84" fmla="*/ 1872208 h 1872208"/>
              <a:gd name="connsiteX3-85" fmla="*/ 0 w 2520280"/>
              <a:gd name="connsiteY3-86" fmla="*/ 0 h 1872208"/>
              <a:gd name="connsiteX4-87" fmla="*/ 916 w 2520280"/>
              <a:gd name="connsiteY4-88" fmla="*/ 0 h 1872208"/>
              <a:gd name="connsiteX5-89" fmla="*/ 0 w 2520280"/>
              <a:gd name="connsiteY5-90" fmla="*/ 0 h 1872208"/>
            </a:gdLst>
            <a:ahLst/>
            <a:cxnLst>
              <a:cxn ang="0">
                <a:pos x="connsiteX0-79" y="connsiteY0-80"/>
              </a:cxn>
              <a:cxn ang="0">
                <a:pos x="connsiteX1-81" y="connsiteY1-82"/>
              </a:cxn>
              <a:cxn ang="0">
                <a:pos x="connsiteX2-83" y="connsiteY2-84"/>
              </a:cxn>
              <a:cxn ang="0">
                <a:pos x="connsiteX3-85" y="connsiteY3-86"/>
              </a:cxn>
              <a:cxn ang="0">
                <a:pos x="connsiteX4-87" y="connsiteY4-88"/>
              </a:cxn>
              <a:cxn ang="0">
                <a:pos x="connsiteX5-89" y="connsiteY5-90"/>
              </a:cxn>
            </a:cxnLst>
            <a:rect l="l" t="t" r="r" b="b"/>
            <a:pathLst>
              <a:path w="2520280" h="1872208">
                <a:moveTo>
                  <a:pt x="0" y="1872208"/>
                </a:moveTo>
                <a:lnTo>
                  <a:pt x="2520280" y="1872208"/>
                </a:lnTo>
                <a:lnTo>
                  <a:pt x="0" y="1872208"/>
                </a:lnTo>
                <a:close/>
                <a:moveTo>
                  <a:pt x="0" y="0"/>
                </a:moveTo>
                <a:lnTo>
                  <a:pt x="916" y="0"/>
                </a:lnTo>
                <a:lnTo>
                  <a:pt x="0" y="0"/>
                </a:lnTo>
                <a:close/>
              </a:path>
            </a:pathLst>
          </a:custGeom>
          <a:noFill/>
          <a:ln w="12700" cap="sq">
            <a:solidFill>
              <a:srgbClr val="19487C"/>
            </a:solidFill>
            <a:bevel/>
          </a:ln>
          <a:extLst>
            <a:ext uri="{909E8E84-426E-40DD-AFC4-6F175D3DCCD1}">
              <a14:hiddenFill xmlns:a14="http://schemas.microsoft.com/office/drawing/2010/main">
                <a:solidFill>
                  <a:srgbClr val="19487C"/>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normAutofit/>
          </a:bodyPr>
          <a:lstStyle/>
          <a:p>
            <a:pPr algn="ctr">
              <a:lnSpc>
                <a:spcPct val="130000"/>
              </a:lnSpc>
            </a:pPr>
            <a:endParaRPr lang="zh-CN" altLang="en-US" sz="2800" b="1" dirty="0">
              <a:solidFill>
                <a:schemeClr val="tx1"/>
              </a:solidFill>
              <a:latin typeface="楷体" panose="02010609060101010101" charset="-122"/>
              <a:ea typeface="楷体" panose="02010609060101010101" charset="-122"/>
            </a:endParaRPr>
          </a:p>
        </p:txBody>
      </p:sp>
      <p:sp>
        <p:nvSpPr>
          <p:cNvPr id="985" name="MH_Number_2">
            <a:hlinkClick r:id="" action="ppaction://noaction"/>
          </p:cNvPr>
          <p:cNvSpPr/>
          <p:nvPr>
            <p:custDataLst>
              <p:tags r:id="rId3"/>
            </p:custDataLst>
          </p:nvPr>
        </p:nvSpPr>
        <p:spPr bwMode="auto">
          <a:xfrm>
            <a:off x="2418080" y="1938655"/>
            <a:ext cx="751840" cy="394335"/>
          </a:xfrm>
          <a:custGeom>
            <a:avLst/>
            <a:gdLst>
              <a:gd name="connsiteX0" fmla="*/ 0 w 374121"/>
              <a:gd name="connsiteY0" fmla="*/ 0 h 196322"/>
              <a:gd name="connsiteX1" fmla="*/ 274519 w 374121"/>
              <a:gd name="connsiteY1" fmla="*/ 0 h 196322"/>
              <a:gd name="connsiteX2" fmla="*/ 374121 w 374121"/>
              <a:gd name="connsiteY2" fmla="*/ 196322 h 196322"/>
              <a:gd name="connsiteX3" fmla="*/ 0 w 374121"/>
              <a:gd name="connsiteY3" fmla="*/ 196322 h 196322"/>
            </a:gdLst>
            <a:ahLst/>
            <a:cxnLst>
              <a:cxn ang="0">
                <a:pos x="connsiteX0" y="connsiteY0"/>
              </a:cxn>
              <a:cxn ang="0">
                <a:pos x="connsiteX1" y="connsiteY1"/>
              </a:cxn>
              <a:cxn ang="0">
                <a:pos x="connsiteX2" y="connsiteY2"/>
              </a:cxn>
              <a:cxn ang="0">
                <a:pos x="connsiteX3" y="connsiteY3"/>
              </a:cxn>
            </a:cxnLst>
            <a:rect l="l" t="t" r="r" b="b"/>
            <a:pathLst>
              <a:path w="374121" h="196322">
                <a:moveTo>
                  <a:pt x="0" y="0"/>
                </a:moveTo>
                <a:lnTo>
                  <a:pt x="274519" y="0"/>
                </a:lnTo>
                <a:lnTo>
                  <a:pt x="374121" y="196322"/>
                </a:lnTo>
                <a:lnTo>
                  <a:pt x="0" y="196322"/>
                </a:lnTo>
                <a:close/>
              </a:path>
            </a:pathLst>
          </a:custGeom>
          <a:solidFill>
            <a:srgbClr val="19487C"/>
          </a:solidFill>
          <a:ln w="12700">
            <a:solidFill>
              <a:srgbClr val="19487C"/>
            </a:solidFill>
            <a:miter lim="800000"/>
          </a:ln>
        </p:spPr>
        <p:txBody>
          <a:bodyPr wrap="square" lIns="90000" tIns="46800" rIns="90000" bIns="46800" anchor="ctr">
            <a:noAutofit/>
          </a:bodyPr>
          <a:lstStyle/>
          <a:p>
            <a:pPr algn="ctr">
              <a:spcBef>
                <a:spcPct val="0"/>
              </a:spcBef>
            </a:pPr>
            <a:endParaRPr lang="zh-CN" altLang="en-US" sz="2800" b="1" dirty="0">
              <a:solidFill>
                <a:schemeClr val="bg1"/>
              </a:solidFill>
              <a:latin typeface="楷体" panose="02010609060101010101" charset="-122"/>
              <a:ea typeface="楷体" panose="02010609060101010101" charset="-122"/>
            </a:endParaRPr>
          </a:p>
        </p:txBody>
      </p:sp>
      <p:sp>
        <p:nvSpPr>
          <p:cNvPr id="989" name="MH_Number_4">
            <a:hlinkClick r:id="" action="ppaction://noaction"/>
          </p:cNvPr>
          <p:cNvSpPr/>
          <p:nvPr>
            <p:custDataLst>
              <p:tags r:id="rId4"/>
            </p:custDataLst>
          </p:nvPr>
        </p:nvSpPr>
        <p:spPr bwMode="auto">
          <a:xfrm>
            <a:off x="2418080" y="5344160"/>
            <a:ext cx="751840" cy="394335"/>
          </a:xfrm>
          <a:custGeom>
            <a:avLst/>
            <a:gdLst>
              <a:gd name="connsiteX0" fmla="*/ 0 w 374121"/>
              <a:gd name="connsiteY0" fmla="*/ 0 h 196322"/>
              <a:gd name="connsiteX1" fmla="*/ 274519 w 374121"/>
              <a:gd name="connsiteY1" fmla="*/ 0 h 196322"/>
              <a:gd name="connsiteX2" fmla="*/ 374121 w 374121"/>
              <a:gd name="connsiteY2" fmla="*/ 196322 h 196322"/>
              <a:gd name="connsiteX3" fmla="*/ 0 w 374121"/>
              <a:gd name="connsiteY3" fmla="*/ 196322 h 196322"/>
            </a:gdLst>
            <a:ahLst/>
            <a:cxnLst>
              <a:cxn ang="0">
                <a:pos x="connsiteX0" y="connsiteY0"/>
              </a:cxn>
              <a:cxn ang="0">
                <a:pos x="connsiteX1" y="connsiteY1"/>
              </a:cxn>
              <a:cxn ang="0">
                <a:pos x="connsiteX2" y="connsiteY2"/>
              </a:cxn>
              <a:cxn ang="0">
                <a:pos x="connsiteX3" y="connsiteY3"/>
              </a:cxn>
            </a:cxnLst>
            <a:rect l="l" t="t" r="r" b="b"/>
            <a:pathLst>
              <a:path w="374121" h="196322">
                <a:moveTo>
                  <a:pt x="0" y="0"/>
                </a:moveTo>
                <a:lnTo>
                  <a:pt x="274519" y="0"/>
                </a:lnTo>
                <a:lnTo>
                  <a:pt x="374121" y="196322"/>
                </a:lnTo>
                <a:lnTo>
                  <a:pt x="0" y="196322"/>
                </a:lnTo>
                <a:close/>
              </a:path>
            </a:pathLst>
          </a:custGeom>
          <a:solidFill>
            <a:srgbClr val="19487C"/>
          </a:solidFill>
          <a:ln w="12700">
            <a:solidFill>
              <a:srgbClr val="19487C"/>
            </a:solidFill>
            <a:miter lim="800000"/>
          </a:ln>
        </p:spPr>
        <p:txBody>
          <a:bodyPr wrap="square" lIns="90000" tIns="46800" rIns="90000" bIns="46800" anchor="ctr">
            <a:noAutofit/>
          </a:bodyPr>
          <a:lstStyle/>
          <a:p>
            <a:pPr algn="ctr">
              <a:spcBef>
                <a:spcPct val="0"/>
              </a:spcBef>
            </a:pPr>
            <a:endParaRPr lang="zh-CN" altLang="en-US" sz="2800" b="1" dirty="0">
              <a:solidFill>
                <a:schemeClr val="bg1"/>
              </a:solidFill>
              <a:latin typeface="楷体" panose="02010609060101010101" charset="-122"/>
              <a:ea typeface="楷体" panose="02010609060101010101" charset="-122"/>
            </a:endParaRPr>
          </a:p>
        </p:txBody>
      </p:sp>
      <p:sp>
        <p:nvSpPr>
          <p:cNvPr id="990" name="文本框 989"/>
          <p:cNvSpPr txBox="1"/>
          <p:nvPr>
            <p:custDataLst>
              <p:tags r:id="rId5"/>
            </p:custDataLst>
          </p:nvPr>
        </p:nvSpPr>
        <p:spPr>
          <a:xfrm>
            <a:off x="2418080" y="1087755"/>
            <a:ext cx="556260" cy="394335"/>
          </a:xfrm>
          <a:prstGeom prst="rect">
            <a:avLst/>
          </a:prstGeom>
          <a:solidFill>
            <a:srgbClr val="19487C"/>
          </a:solidFill>
          <a:ln>
            <a:solidFill>
              <a:srgbClr val="19487C"/>
            </a:solidFill>
          </a:ln>
        </p:spPr>
        <p:txBody>
          <a:bodyPr wrap="square" rtlCol="0" anchor="ctr" anchorCtr="0">
            <a:noAutofit/>
          </a:bodyPr>
          <a:lstStyle/>
          <a:p>
            <a:pPr algn="ctr"/>
            <a:r>
              <a:rPr lang="en-US" altLang="zh-CN" sz="2800" b="1" dirty="0" smtClean="0">
                <a:solidFill>
                  <a:schemeClr val="bg1"/>
                </a:solidFill>
                <a:latin typeface="楷体" panose="02010609060101010101" charset="-122"/>
                <a:ea typeface="楷体" panose="02010609060101010101" charset="-122"/>
              </a:rPr>
              <a:t>01</a:t>
            </a:r>
            <a:endParaRPr lang="en-US" altLang="zh-CN" sz="2800" b="1" dirty="0" smtClean="0">
              <a:solidFill>
                <a:schemeClr val="bg1"/>
              </a:solidFill>
              <a:latin typeface="楷体" panose="02010609060101010101" charset="-122"/>
              <a:ea typeface="楷体" panose="02010609060101010101" charset="-122"/>
            </a:endParaRPr>
          </a:p>
        </p:txBody>
      </p:sp>
      <p:sp>
        <p:nvSpPr>
          <p:cNvPr id="991" name="文本框 990"/>
          <p:cNvSpPr txBox="1"/>
          <p:nvPr>
            <p:custDataLst>
              <p:tags r:id="rId6"/>
            </p:custDataLst>
          </p:nvPr>
        </p:nvSpPr>
        <p:spPr>
          <a:xfrm>
            <a:off x="2418080" y="1938655"/>
            <a:ext cx="556260" cy="394335"/>
          </a:xfrm>
          <a:prstGeom prst="rect">
            <a:avLst/>
          </a:prstGeom>
          <a:solidFill>
            <a:srgbClr val="19487C"/>
          </a:solidFill>
          <a:ln>
            <a:solidFill>
              <a:srgbClr val="19487C"/>
            </a:solidFill>
          </a:ln>
        </p:spPr>
        <p:txBody>
          <a:bodyPr wrap="square" rtlCol="0" anchor="ctr" anchorCtr="0">
            <a:noAutofit/>
          </a:bodyPr>
          <a:lstStyle/>
          <a:p>
            <a:pPr algn="ctr"/>
            <a:r>
              <a:rPr lang="en-US" altLang="zh-CN" sz="2800" b="1" dirty="0" smtClean="0">
                <a:solidFill>
                  <a:schemeClr val="bg1"/>
                </a:solidFill>
                <a:latin typeface="楷体" panose="02010609060101010101" charset="-122"/>
                <a:ea typeface="楷体" panose="02010609060101010101" charset="-122"/>
              </a:rPr>
              <a:t>02</a:t>
            </a:r>
            <a:endParaRPr lang="en-US" altLang="zh-CN" sz="2800" b="1" dirty="0" smtClean="0">
              <a:solidFill>
                <a:schemeClr val="bg1"/>
              </a:solidFill>
              <a:latin typeface="楷体" panose="02010609060101010101" charset="-122"/>
              <a:ea typeface="楷体" panose="02010609060101010101" charset="-122"/>
            </a:endParaRPr>
          </a:p>
        </p:txBody>
      </p:sp>
      <p:sp>
        <p:nvSpPr>
          <p:cNvPr id="992" name="文本框 991"/>
          <p:cNvSpPr txBox="1"/>
          <p:nvPr>
            <p:custDataLst>
              <p:tags r:id="rId7"/>
            </p:custDataLst>
          </p:nvPr>
        </p:nvSpPr>
        <p:spPr>
          <a:xfrm>
            <a:off x="2703830" y="2797810"/>
            <a:ext cx="751205" cy="394335"/>
          </a:xfrm>
          <a:prstGeom prst="rect">
            <a:avLst/>
          </a:prstGeom>
          <a:solidFill>
            <a:srgbClr val="19487C"/>
          </a:solidFill>
          <a:ln>
            <a:solidFill>
              <a:srgbClr val="19487C"/>
            </a:solidFill>
          </a:ln>
        </p:spPr>
        <p:txBody>
          <a:bodyPr wrap="square" rtlCol="0" anchor="ctr" anchorCtr="0">
            <a:noAutofit/>
          </a:bodyPr>
          <a:lstStyle/>
          <a:p>
            <a:pPr algn="ctr"/>
            <a:r>
              <a:rPr lang="en-US" altLang="zh-CN" sz="2800" b="1" dirty="0" smtClean="0">
                <a:solidFill>
                  <a:schemeClr val="bg1"/>
                </a:solidFill>
                <a:latin typeface="楷体" panose="02010609060101010101" charset="-122"/>
                <a:ea typeface="楷体" panose="02010609060101010101" charset="-122"/>
              </a:rPr>
              <a:t>2.1</a:t>
            </a:r>
            <a:endParaRPr lang="en-US" altLang="zh-CN" sz="2800" b="1" dirty="0" smtClean="0">
              <a:solidFill>
                <a:schemeClr val="bg1"/>
              </a:solidFill>
              <a:latin typeface="楷体" panose="02010609060101010101" charset="-122"/>
              <a:ea typeface="楷体" panose="02010609060101010101" charset="-122"/>
            </a:endParaRPr>
          </a:p>
        </p:txBody>
      </p:sp>
      <p:sp>
        <p:nvSpPr>
          <p:cNvPr id="993" name="文本框 992"/>
          <p:cNvSpPr txBox="1"/>
          <p:nvPr>
            <p:custDataLst>
              <p:tags r:id="rId8"/>
            </p:custDataLst>
          </p:nvPr>
        </p:nvSpPr>
        <p:spPr>
          <a:xfrm>
            <a:off x="2703830" y="3641725"/>
            <a:ext cx="751205" cy="394335"/>
          </a:xfrm>
          <a:prstGeom prst="rect">
            <a:avLst/>
          </a:prstGeom>
          <a:solidFill>
            <a:srgbClr val="19487C"/>
          </a:solidFill>
          <a:ln>
            <a:solidFill>
              <a:srgbClr val="19487C"/>
            </a:solidFill>
          </a:ln>
        </p:spPr>
        <p:txBody>
          <a:bodyPr wrap="square" rtlCol="0" anchor="ctr" anchorCtr="0">
            <a:noAutofit/>
          </a:bodyPr>
          <a:lstStyle/>
          <a:p>
            <a:pPr algn="ctr"/>
            <a:r>
              <a:rPr lang="en-US" altLang="zh-CN" sz="2800" b="1" dirty="0" smtClean="0">
                <a:solidFill>
                  <a:schemeClr val="bg1"/>
                </a:solidFill>
                <a:latin typeface="楷体" panose="02010609060101010101" charset="-122"/>
                <a:ea typeface="楷体" panose="02010609060101010101" charset="-122"/>
              </a:rPr>
              <a:t>2.2</a:t>
            </a:r>
            <a:endParaRPr lang="en-US" altLang="zh-CN" sz="2800" b="1" dirty="0" smtClean="0">
              <a:solidFill>
                <a:schemeClr val="bg1"/>
              </a:solidFill>
              <a:latin typeface="楷体" panose="02010609060101010101" charset="-122"/>
              <a:ea typeface="楷体" panose="02010609060101010101" charset="-122"/>
            </a:endParaRPr>
          </a:p>
        </p:txBody>
      </p:sp>
      <p:sp>
        <p:nvSpPr>
          <p:cNvPr id="994" name="文本框 993"/>
          <p:cNvSpPr txBox="1"/>
          <p:nvPr>
            <p:custDataLst>
              <p:tags r:id="rId9"/>
            </p:custDataLst>
          </p:nvPr>
        </p:nvSpPr>
        <p:spPr>
          <a:xfrm>
            <a:off x="2703830" y="4479290"/>
            <a:ext cx="751205" cy="394335"/>
          </a:xfrm>
          <a:prstGeom prst="rect">
            <a:avLst/>
          </a:prstGeom>
          <a:solidFill>
            <a:srgbClr val="19487C"/>
          </a:solidFill>
          <a:ln>
            <a:solidFill>
              <a:srgbClr val="19487C"/>
            </a:solidFill>
          </a:ln>
        </p:spPr>
        <p:txBody>
          <a:bodyPr wrap="square" rtlCol="0" anchor="ctr" anchorCtr="0">
            <a:noAutofit/>
          </a:bodyPr>
          <a:lstStyle/>
          <a:p>
            <a:pPr algn="ctr"/>
            <a:r>
              <a:rPr lang="en-US" altLang="zh-CN" sz="2800" b="1" dirty="0" smtClean="0">
                <a:solidFill>
                  <a:schemeClr val="bg1"/>
                </a:solidFill>
                <a:latin typeface="楷体" panose="02010609060101010101" charset="-122"/>
                <a:ea typeface="楷体" panose="02010609060101010101" charset="-122"/>
              </a:rPr>
              <a:t>2.3</a:t>
            </a:r>
            <a:endParaRPr lang="en-US" altLang="zh-CN" sz="2800" b="1" dirty="0" smtClean="0">
              <a:solidFill>
                <a:schemeClr val="bg1"/>
              </a:solidFill>
              <a:latin typeface="楷体" panose="02010609060101010101" charset="-122"/>
              <a:ea typeface="楷体" panose="02010609060101010101" charset="-122"/>
            </a:endParaRPr>
          </a:p>
        </p:txBody>
      </p:sp>
      <p:sp>
        <p:nvSpPr>
          <p:cNvPr id="995" name="文本框 994"/>
          <p:cNvSpPr txBox="1"/>
          <p:nvPr>
            <p:custDataLst>
              <p:tags r:id="rId10"/>
            </p:custDataLst>
          </p:nvPr>
        </p:nvSpPr>
        <p:spPr>
          <a:xfrm>
            <a:off x="2418080" y="5344160"/>
            <a:ext cx="556260" cy="394335"/>
          </a:xfrm>
          <a:prstGeom prst="rect">
            <a:avLst/>
          </a:prstGeom>
          <a:solidFill>
            <a:srgbClr val="19487C"/>
          </a:solidFill>
          <a:ln>
            <a:solidFill>
              <a:srgbClr val="19487C"/>
            </a:solidFill>
          </a:ln>
        </p:spPr>
        <p:txBody>
          <a:bodyPr wrap="square" rtlCol="0" anchor="ctr" anchorCtr="0">
            <a:noAutofit/>
          </a:bodyPr>
          <a:lstStyle/>
          <a:p>
            <a:pPr algn="ctr"/>
            <a:r>
              <a:rPr lang="en-US" altLang="zh-CN" sz="2800" b="1" dirty="0" smtClean="0">
                <a:solidFill>
                  <a:schemeClr val="bg1"/>
                </a:solidFill>
                <a:latin typeface="楷体" panose="02010609060101010101" charset="-122"/>
                <a:ea typeface="楷体" panose="02010609060101010101" charset="-122"/>
              </a:rPr>
              <a:t>03</a:t>
            </a:r>
            <a:endParaRPr lang="en-US" altLang="zh-CN" sz="2800" b="1" dirty="0" smtClean="0">
              <a:solidFill>
                <a:schemeClr val="bg1"/>
              </a:solidFill>
              <a:latin typeface="楷体" panose="02010609060101010101" charset="-122"/>
              <a:ea typeface="楷体" panose="02010609060101010101" charset="-122"/>
            </a:endParaRPr>
          </a:p>
        </p:txBody>
      </p:sp>
      <p:sp>
        <p:nvSpPr>
          <p:cNvPr id="996" name="MH_Entry_1">
            <a:hlinkClick r:id="" action="ppaction://noaction"/>
          </p:cNvPr>
          <p:cNvSpPr/>
          <p:nvPr>
            <p:custDataLst>
              <p:tags r:id="rId11"/>
            </p:custDataLst>
          </p:nvPr>
        </p:nvSpPr>
        <p:spPr>
          <a:xfrm>
            <a:off x="3169920" y="2283460"/>
            <a:ext cx="4890135" cy="45720"/>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1" fmla="*/ 0 w 2520280"/>
              <a:gd name="connsiteY0-2" fmla="*/ 1584176 h 1872208"/>
              <a:gd name="connsiteX1-3" fmla="*/ 2520280 w 2520280"/>
              <a:gd name="connsiteY1-4" fmla="*/ 1584176 h 1872208"/>
              <a:gd name="connsiteX2-5" fmla="*/ 2520280 w 2520280"/>
              <a:gd name="connsiteY2-6" fmla="*/ 1872208 h 1872208"/>
              <a:gd name="connsiteX3-7" fmla="*/ 0 w 2520280"/>
              <a:gd name="connsiteY3-8" fmla="*/ 1872208 h 1872208"/>
              <a:gd name="connsiteX4-9" fmla="*/ 0 w 2520280"/>
              <a:gd name="connsiteY4-10" fmla="*/ 1584176 h 1872208"/>
              <a:gd name="connsiteX5-11" fmla="*/ 0 w 2520280"/>
              <a:gd name="connsiteY5-12" fmla="*/ 0 h 1872208"/>
              <a:gd name="connsiteX6-13" fmla="*/ 2520280 w 2520280"/>
              <a:gd name="connsiteY6-14" fmla="*/ 0 h 1872208"/>
              <a:gd name="connsiteX7-15" fmla="*/ 0 w 2520280"/>
              <a:gd name="connsiteY7-16" fmla="*/ 0 h 1872208"/>
              <a:gd name="connsiteX0-17" fmla="*/ 0 w 2520280"/>
              <a:gd name="connsiteY0-18" fmla="*/ 1872208 h 1872208"/>
              <a:gd name="connsiteX1-19" fmla="*/ 2520280 w 2520280"/>
              <a:gd name="connsiteY1-20" fmla="*/ 1584176 h 1872208"/>
              <a:gd name="connsiteX2-21" fmla="*/ 2520280 w 2520280"/>
              <a:gd name="connsiteY2-22" fmla="*/ 1872208 h 1872208"/>
              <a:gd name="connsiteX3-23" fmla="*/ 0 w 2520280"/>
              <a:gd name="connsiteY3-24" fmla="*/ 1872208 h 1872208"/>
              <a:gd name="connsiteX4-25" fmla="*/ 0 w 2520280"/>
              <a:gd name="connsiteY4-26" fmla="*/ 0 h 1872208"/>
              <a:gd name="connsiteX5-27" fmla="*/ 2520280 w 2520280"/>
              <a:gd name="connsiteY5-28" fmla="*/ 0 h 1872208"/>
              <a:gd name="connsiteX6-29" fmla="*/ 0 w 2520280"/>
              <a:gd name="connsiteY6-30" fmla="*/ 0 h 1872208"/>
              <a:gd name="connsiteX0-31" fmla="*/ 0 w 2520280"/>
              <a:gd name="connsiteY0-32" fmla="*/ 1872208 h 1872208"/>
              <a:gd name="connsiteX1-33" fmla="*/ 2520280 w 2520280"/>
              <a:gd name="connsiteY1-34" fmla="*/ 1872208 h 1872208"/>
              <a:gd name="connsiteX2-35" fmla="*/ 0 w 2520280"/>
              <a:gd name="connsiteY2-36" fmla="*/ 1872208 h 1872208"/>
              <a:gd name="connsiteX3-37" fmla="*/ 0 w 2520280"/>
              <a:gd name="connsiteY3-38" fmla="*/ 0 h 1872208"/>
              <a:gd name="connsiteX4-39" fmla="*/ 2520280 w 2520280"/>
              <a:gd name="connsiteY4-40" fmla="*/ 0 h 1872208"/>
              <a:gd name="connsiteX5-41" fmla="*/ 0 w 2520280"/>
              <a:gd name="connsiteY5-42" fmla="*/ 0 h 1872208"/>
              <a:gd name="connsiteX0-43" fmla="*/ 0 w 2520280"/>
              <a:gd name="connsiteY0-44" fmla="*/ 1872208 h 1872208"/>
              <a:gd name="connsiteX1-45" fmla="*/ 2520280 w 2520280"/>
              <a:gd name="connsiteY1-46" fmla="*/ 1872208 h 1872208"/>
              <a:gd name="connsiteX2-47" fmla="*/ 0 w 2520280"/>
              <a:gd name="connsiteY2-48" fmla="*/ 1872208 h 1872208"/>
              <a:gd name="connsiteX3-49" fmla="*/ 0 w 2520280"/>
              <a:gd name="connsiteY3-50" fmla="*/ 0 h 1872208"/>
              <a:gd name="connsiteX4-51" fmla="*/ 34255 w 2520280"/>
              <a:gd name="connsiteY4-52" fmla="*/ 0 h 1872208"/>
              <a:gd name="connsiteX5-53" fmla="*/ 0 w 2520280"/>
              <a:gd name="connsiteY5-54" fmla="*/ 0 h 1872208"/>
              <a:gd name="connsiteX0-55" fmla="*/ 0 w 2520280"/>
              <a:gd name="connsiteY0-56" fmla="*/ 1872208 h 1872208"/>
              <a:gd name="connsiteX1-57" fmla="*/ 2520280 w 2520280"/>
              <a:gd name="connsiteY1-58" fmla="*/ 1872208 h 1872208"/>
              <a:gd name="connsiteX2-59" fmla="*/ 0 w 2520280"/>
              <a:gd name="connsiteY2-60" fmla="*/ 1872208 h 1872208"/>
              <a:gd name="connsiteX3-61" fmla="*/ 0 w 2520280"/>
              <a:gd name="connsiteY3-62" fmla="*/ 0 h 1872208"/>
              <a:gd name="connsiteX4-63" fmla="*/ 917 w 2520280"/>
              <a:gd name="connsiteY4-64" fmla="*/ 6036 h 1872208"/>
              <a:gd name="connsiteX5-65" fmla="*/ 0 w 2520280"/>
              <a:gd name="connsiteY5-66" fmla="*/ 0 h 1872208"/>
              <a:gd name="connsiteX0-67" fmla="*/ 0 w 2520280"/>
              <a:gd name="connsiteY0-68" fmla="*/ 1890314 h 1890314"/>
              <a:gd name="connsiteX1-69" fmla="*/ 2520280 w 2520280"/>
              <a:gd name="connsiteY1-70" fmla="*/ 1890314 h 1890314"/>
              <a:gd name="connsiteX2-71" fmla="*/ 0 w 2520280"/>
              <a:gd name="connsiteY2-72" fmla="*/ 1890314 h 1890314"/>
              <a:gd name="connsiteX3-73" fmla="*/ 0 w 2520280"/>
              <a:gd name="connsiteY3-74" fmla="*/ 18106 h 1890314"/>
              <a:gd name="connsiteX4-75" fmla="*/ 53304 w 2520280"/>
              <a:gd name="connsiteY4-76" fmla="*/ 0 h 1890314"/>
              <a:gd name="connsiteX5-77" fmla="*/ 0 w 2520280"/>
              <a:gd name="connsiteY5-78" fmla="*/ 18106 h 1890314"/>
              <a:gd name="connsiteX0-79" fmla="*/ 0 w 2520280"/>
              <a:gd name="connsiteY0-80" fmla="*/ 1872208 h 1872208"/>
              <a:gd name="connsiteX1-81" fmla="*/ 2520280 w 2520280"/>
              <a:gd name="connsiteY1-82" fmla="*/ 1872208 h 1872208"/>
              <a:gd name="connsiteX2-83" fmla="*/ 0 w 2520280"/>
              <a:gd name="connsiteY2-84" fmla="*/ 1872208 h 1872208"/>
              <a:gd name="connsiteX3-85" fmla="*/ 0 w 2520280"/>
              <a:gd name="connsiteY3-86" fmla="*/ 0 h 1872208"/>
              <a:gd name="connsiteX4-87" fmla="*/ 916 w 2520280"/>
              <a:gd name="connsiteY4-88" fmla="*/ 0 h 1872208"/>
              <a:gd name="connsiteX5-89" fmla="*/ 0 w 2520280"/>
              <a:gd name="connsiteY5-90" fmla="*/ 0 h 1872208"/>
            </a:gdLst>
            <a:ahLst/>
            <a:cxnLst>
              <a:cxn ang="0">
                <a:pos x="connsiteX0-79" y="connsiteY0-80"/>
              </a:cxn>
              <a:cxn ang="0">
                <a:pos x="connsiteX1-81" y="connsiteY1-82"/>
              </a:cxn>
              <a:cxn ang="0">
                <a:pos x="connsiteX2-83" y="connsiteY2-84"/>
              </a:cxn>
              <a:cxn ang="0">
                <a:pos x="connsiteX3-85" y="connsiteY3-86"/>
              </a:cxn>
              <a:cxn ang="0">
                <a:pos x="connsiteX4-87" y="connsiteY4-88"/>
              </a:cxn>
              <a:cxn ang="0">
                <a:pos x="connsiteX5-89" y="connsiteY5-90"/>
              </a:cxn>
            </a:cxnLst>
            <a:rect l="l" t="t" r="r" b="b"/>
            <a:pathLst>
              <a:path w="2520280" h="1872208">
                <a:moveTo>
                  <a:pt x="0" y="1872208"/>
                </a:moveTo>
                <a:lnTo>
                  <a:pt x="2520280" y="1872208"/>
                </a:lnTo>
                <a:lnTo>
                  <a:pt x="0" y="1872208"/>
                </a:lnTo>
                <a:close/>
                <a:moveTo>
                  <a:pt x="0" y="0"/>
                </a:moveTo>
                <a:lnTo>
                  <a:pt x="916" y="0"/>
                </a:lnTo>
                <a:lnTo>
                  <a:pt x="0" y="0"/>
                </a:lnTo>
                <a:close/>
              </a:path>
            </a:pathLst>
          </a:custGeom>
          <a:noFill/>
          <a:ln w="12700" cap="sq">
            <a:solidFill>
              <a:srgbClr val="19487C"/>
            </a:solidFill>
            <a:bevel/>
          </a:ln>
          <a:extLst>
            <a:ext uri="{909E8E84-426E-40DD-AFC4-6F175D3DCCD1}">
              <a14:hiddenFill xmlns:a14="http://schemas.microsoft.com/office/drawing/2010/main">
                <a:solidFill>
                  <a:srgbClr val="19487C"/>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normAutofit/>
          </a:bodyPr>
          <a:lstStyle/>
          <a:p>
            <a:pPr algn="ctr">
              <a:lnSpc>
                <a:spcPct val="130000"/>
              </a:lnSpc>
            </a:pPr>
            <a:endParaRPr lang="zh-CN" altLang="en-US" sz="2800" b="1" dirty="0">
              <a:solidFill>
                <a:schemeClr val="tx1"/>
              </a:solidFill>
              <a:latin typeface="楷体" panose="02010609060101010101" charset="-122"/>
              <a:ea typeface="楷体" panose="02010609060101010101" charset="-122"/>
            </a:endParaRPr>
          </a:p>
        </p:txBody>
      </p:sp>
      <p:sp>
        <p:nvSpPr>
          <p:cNvPr id="997" name="MH_Entry_1">
            <a:hlinkClick r:id="" action="ppaction://noaction"/>
          </p:cNvPr>
          <p:cNvSpPr/>
          <p:nvPr>
            <p:custDataLst>
              <p:tags r:id="rId12"/>
            </p:custDataLst>
          </p:nvPr>
        </p:nvSpPr>
        <p:spPr>
          <a:xfrm>
            <a:off x="3169920" y="3142615"/>
            <a:ext cx="7583805" cy="76200"/>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1" fmla="*/ 0 w 2520280"/>
              <a:gd name="connsiteY0-2" fmla="*/ 1584176 h 1872208"/>
              <a:gd name="connsiteX1-3" fmla="*/ 2520280 w 2520280"/>
              <a:gd name="connsiteY1-4" fmla="*/ 1584176 h 1872208"/>
              <a:gd name="connsiteX2-5" fmla="*/ 2520280 w 2520280"/>
              <a:gd name="connsiteY2-6" fmla="*/ 1872208 h 1872208"/>
              <a:gd name="connsiteX3-7" fmla="*/ 0 w 2520280"/>
              <a:gd name="connsiteY3-8" fmla="*/ 1872208 h 1872208"/>
              <a:gd name="connsiteX4-9" fmla="*/ 0 w 2520280"/>
              <a:gd name="connsiteY4-10" fmla="*/ 1584176 h 1872208"/>
              <a:gd name="connsiteX5-11" fmla="*/ 0 w 2520280"/>
              <a:gd name="connsiteY5-12" fmla="*/ 0 h 1872208"/>
              <a:gd name="connsiteX6-13" fmla="*/ 2520280 w 2520280"/>
              <a:gd name="connsiteY6-14" fmla="*/ 0 h 1872208"/>
              <a:gd name="connsiteX7-15" fmla="*/ 0 w 2520280"/>
              <a:gd name="connsiteY7-16" fmla="*/ 0 h 1872208"/>
              <a:gd name="connsiteX0-17" fmla="*/ 0 w 2520280"/>
              <a:gd name="connsiteY0-18" fmla="*/ 1872208 h 1872208"/>
              <a:gd name="connsiteX1-19" fmla="*/ 2520280 w 2520280"/>
              <a:gd name="connsiteY1-20" fmla="*/ 1584176 h 1872208"/>
              <a:gd name="connsiteX2-21" fmla="*/ 2520280 w 2520280"/>
              <a:gd name="connsiteY2-22" fmla="*/ 1872208 h 1872208"/>
              <a:gd name="connsiteX3-23" fmla="*/ 0 w 2520280"/>
              <a:gd name="connsiteY3-24" fmla="*/ 1872208 h 1872208"/>
              <a:gd name="connsiteX4-25" fmla="*/ 0 w 2520280"/>
              <a:gd name="connsiteY4-26" fmla="*/ 0 h 1872208"/>
              <a:gd name="connsiteX5-27" fmla="*/ 2520280 w 2520280"/>
              <a:gd name="connsiteY5-28" fmla="*/ 0 h 1872208"/>
              <a:gd name="connsiteX6-29" fmla="*/ 0 w 2520280"/>
              <a:gd name="connsiteY6-30" fmla="*/ 0 h 1872208"/>
              <a:gd name="connsiteX0-31" fmla="*/ 0 w 2520280"/>
              <a:gd name="connsiteY0-32" fmla="*/ 1872208 h 1872208"/>
              <a:gd name="connsiteX1-33" fmla="*/ 2520280 w 2520280"/>
              <a:gd name="connsiteY1-34" fmla="*/ 1872208 h 1872208"/>
              <a:gd name="connsiteX2-35" fmla="*/ 0 w 2520280"/>
              <a:gd name="connsiteY2-36" fmla="*/ 1872208 h 1872208"/>
              <a:gd name="connsiteX3-37" fmla="*/ 0 w 2520280"/>
              <a:gd name="connsiteY3-38" fmla="*/ 0 h 1872208"/>
              <a:gd name="connsiteX4-39" fmla="*/ 2520280 w 2520280"/>
              <a:gd name="connsiteY4-40" fmla="*/ 0 h 1872208"/>
              <a:gd name="connsiteX5-41" fmla="*/ 0 w 2520280"/>
              <a:gd name="connsiteY5-42" fmla="*/ 0 h 1872208"/>
              <a:gd name="connsiteX0-43" fmla="*/ 0 w 2520280"/>
              <a:gd name="connsiteY0-44" fmla="*/ 1872208 h 1872208"/>
              <a:gd name="connsiteX1-45" fmla="*/ 2520280 w 2520280"/>
              <a:gd name="connsiteY1-46" fmla="*/ 1872208 h 1872208"/>
              <a:gd name="connsiteX2-47" fmla="*/ 0 w 2520280"/>
              <a:gd name="connsiteY2-48" fmla="*/ 1872208 h 1872208"/>
              <a:gd name="connsiteX3-49" fmla="*/ 0 w 2520280"/>
              <a:gd name="connsiteY3-50" fmla="*/ 0 h 1872208"/>
              <a:gd name="connsiteX4-51" fmla="*/ 34255 w 2520280"/>
              <a:gd name="connsiteY4-52" fmla="*/ 0 h 1872208"/>
              <a:gd name="connsiteX5-53" fmla="*/ 0 w 2520280"/>
              <a:gd name="connsiteY5-54" fmla="*/ 0 h 1872208"/>
              <a:gd name="connsiteX0-55" fmla="*/ 0 w 2520280"/>
              <a:gd name="connsiteY0-56" fmla="*/ 1872208 h 1872208"/>
              <a:gd name="connsiteX1-57" fmla="*/ 2520280 w 2520280"/>
              <a:gd name="connsiteY1-58" fmla="*/ 1872208 h 1872208"/>
              <a:gd name="connsiteX2-59" fmla="*/ 0 w 2520280"/>
              <a:gd name="connsiteY2-60" fmla="*/ 1872208 h 1872208"/>
              <a:gd name="connsiteX3-61" fmla="*/ 0 w 2520280"/>
              <a:gd name="connsiteY3-62" fmla="*/ 0 h 1872208"/>
              <a:gd name="connsiteX4-63" fmla="*/ 917 w 2520280"/>
              <a:gd name="connsiteY4-64" fmla="*/ 6036 h 1872208"/>
              <a:gd name="connsiteX5-65" fmla="*/ 0 w 2520280"/>
              <a:gd name="connsiteY5-66" fmla="*/ 0 h 1872208"/>
              <a:gd name="connsiteX0-67" fmla="*/ 0 w 2520280"/>
              <a:gd name="connsiteY0-68" fmla="*/ 1890314 h 1890314"/>
              <a:gd name="connsiteX1-69" fmla="*/ 2520280 w 2520280"/>
              <a:gd name="connsiteY1-70" fmla="*/ 1890314 h 1890314"/>
              <a:gd name="connsiteX2-71" fmla="*/ 0 w 2520280"/>
              <a:gd name="connsiteY2-72" fmla="*/ 1890314 h 1890314"/>
              <a:gd name="connsiteX3-73" fmla="*/ 0 w 2520280"/>
              <a:gd name="connsiteY3-74" fmla="*/ 18106 h 1890314"/>
              <a:gd name="connsiteX4-75" fmla="*/ 53304 w 2520280"/>
              <a:gd name="connsiteY4-76" fmla="*/ 0 h 1890314"/>
              <a:gd name="connsiteX5-77" fmla="*/ 0 w 2520280"/>
              <a:gd name="connsiteY5-78" fmla="*/ 18106 h 1890314"/>
              <a:gd name="connsiteX0-79" fmla="*/ 0 w 2520280"/>
              <a:gd name="connsiteY0-80" fmla="*/ 1872208 h 1872208"/>
              <a:gd name="connsiteX1-81" fmla="*/ 2520280 w 2520280"/>
              <a:gd name="connsiteY1-82" fmla="*/ 1872208 h 1872208"/>
              <a:gd name="connsiteX2-83" fmla="*/ 0 w 2520280"/>
              <a:gd name="connsiteY2-84" fmla="*/ 1872208 h 1872208"/>
              <a:gd name="connsiteX3-85" fmla="*/ 0 w 2520280"/>
              <a:gd name="connsiteY3-86" fmla="*/ 0 h 1872208"/>
              <a:gd name="connsiteX4-87" fmla="*/ 916 w 2520280"/>
              <a:gd name="connsiteY4-88" fmla="*/ 0 h 1872208"/>
              <a:gd name="connsiteX5-89" fmla="*/ 0 w 2520280"/>
              <a:gd name="connsiteY5-90" fmla="*/ 0 h 1872208"/>
            </a:gdLst>
            <a:ahLst/>
            <a:cxnLst>
              <a:cxn ang="0">
                <a:pos x="connsiteX0-79" y="connsiteY0-80"/>
              </a:cxn>
              <a:cxn ang="0">
                <a:pos x="connsiteX1-81" y="connsiteY1-82"/>
              </a:cxn>
              <a:cxn ang="0">
                <a:pos x="connsiteX2-83" y="connsiteY2-84"/>
              </a:cxn>
              <a:cxn ang="0">
                <a:pos x="connsiteX3-85" y="connsiteY3-86"/>
              </a:cxn>
              <a:cxn ang="0">
                <a:pos x="connsiteX4-87" y="connsiteY4-88"/>
              </a:cxn>
              <a:cxn ang="0">
                <a:pos x="connsiteX5-89" y="connsiteY5-90"/>
              </a:cxn>
            </a:cxnLst>
            <a:rect l="l" t="t" r="r" b="b"/>
            <a:pathLst>
              <a:path w="2520280" h="1872208">
                <a:moveTo>
                  <a:pt x="0" y="1872208"/>
                </a:moveTo>
                <a:lnTo>
                  <a:pt x="2520280" y="1872208"/>
                </a:lnTo>
                <a:lnTo>
                  <a:pt x="0" y="1872208"/>
                </a:lnTo>
                <a:close/>
                <a:moveTo>
                  <a:pt x="0" y="0"/>
                </a:moveTo>
                <a:lnTo>
                  <a:pt x="916" y="0"/>
                </a:lnTo>
                <a:lnTo>
                  <a:pt x="0" y="0"/>
                </a:lnTo>
                <a:close/>
              </a:path>
            </a:pathLst>
          </a:custGeom>
          <a:noFill/>
          <a:ln w="12700" cap="sq">
            <a:solidFill>
              <a:srgbClr val="19487C"/>
            </a:solidFill>
            <a:bevel/>
          </a:ln>
          <a:extLst>
            <a:ext uri="{909E8E84-426E-40DD-AFC4-6F175D3DCCD1}">
              <a14:hiddenFill xmlns:a14="http://schemas.microsoft.com/office/drawing/2010/main">
                <a:solidFill>
                  <a:srgbClr val="19487C"/>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normAutofit/>
          </a:bodyPr>
          <a:lstStyle/>
          <a:p>
            <a:pPr algn="ctr">
              <a:lnSpc>
                <a:spcPct val="130000"/>
              </a:lnSpc>
            </a:pPr>
            <a:endParaRPr lang="zh-CN" altLang="en-US" sz="2800" b="1" dirty="0">
              <a:solidFill>
                <a:schemeClr val="tx1"/>
              </a:solidFill>
              <a:latin typeface="楷体" panose="02010609060101010101" charset="-122"/>
              <a:ea typeface="楷体" panose="02010609060101010101" charset="-122"/>
            </a:endParaRPr>
          </a:p>
        </p:txBody>
      </p:sp>
      <p:sp>
        <p:nvSpPr>
          <p:cNvPr id="998" name="MH_Entry_1">
            <a:hlinkClick r:id="" action="ppaction://noaction"/>
          </p:cNvPr>
          <p:cNvSpPr/>
          <p:nvPr>
            <p:custDataLst>
              <p:tags r:id="rId13"/>
            </p:custDataLst>
          </p:nvPr>
        </p:nvSpPr>
        <p:spPr>
          <a:xfrm>
            <a:off x="3169920" y="3995420"/>
            <a:ext cx="7583805" cy="78740"/>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1" fmla="*/ 0 w 2520280"/>
              <a:gd name="connsiteY0-2" fmla="*/ 1584176 h 1872208"/>
              <a:gd name="connsiteX1-3" fmla="*/ 2520280 w 2520280"/>
              <a:gd name="connsiteY1-4" fmla="*/ 1584176 h 1872208"/>
              <a:gd name="connsiteX2-5" fmla="*/ 2520280 w 2520280"/>
              <a:gd name="connsiteY2-6" fmla="*/ 1872208 h 1872208"/>
              <a:gd name="connsiteX3-7" fmla="*/ 0 w 2520280"/>
              <a:gd name="connsiteY3-8" fmla="*/ 1872208 h 1872208"/>
              <a:gd name="connsiteX4-9" fmla="*/ 0 w 2520280"/>
              <a:gd name="connsiteY4-10" fmla="*/ 1584176 h 1872208"/>
              <a:gd name="connsiteX5-11" fmla="*/ 0 w 2520280"/>
              <a:gd name="connsiteY5-12" fmla="*/ 0 h 1872208"/>
              <a:gd name="connsiteX6-13" fmla="*/ 2520280 w 2520280"/>
              <a:gd name="connsiteY6-14" fmla="*/ 0 h 1872208"/>
              <a:gd name="connsiteX7-15" fmla="*/ 0 w 2520280"/>
              <a:gd name="connsiteY7-16" fmla="*/ 0 h 1872208"/>
              <a:gd name="connsiteX0-17" fmla="*/ 0 w 2520280"/>
              <a:gd name="connsiteY0-18" fmla="*/ 1872208 h 1872208"/>
              <a:gd name="connsiteX1-19" fmla="*/ 2520280 w 2520280"/>
              <a:gd name="connsiteY1-20" fmla="*/ 1584176 h 1872208"/>
              <a:gd name="connsiteX2-21" fmla="*/ 2520280 w 2520280"/>
              <a:gd name="connsiteY2-22" fmla="*/ 1872208 h 1872208"/>
              <a:gd name="connsiteX3-23" fmla="*/ 0 w 2520280"/>
              <a:gd name="connsiteY3-24" fmla="*/ 1872208 h 1872208"/>
              <a:gd name="connsiteX4-25" fmla="*/ 0 w 2520280"/>
              <a:gd name="connsiteY4-26" fmla="*/ 0 h 1872208"/>
              <a:gd name="connsiteX5-27" fmla="*/ 2520280 w 2520280"/>
              <a:gd name="connsiteY5-28" fmla="*/ 0 h 1872208"/>
              <a:gd name="connsiteX6-29" fmla="*/ 0 w 2520280"/>
              <a:gd name="connsiteY6-30" fmla="*/ 0 h 1872208"/>
              <a:gd name="connsiteX0-31" fmla="*/ 0 w 2520280"/>
              <a:gd name="connsiteY0-32" fmla="*/ 1872208 h 1872208"/>
              <a:gd name="connsiteX1-33" fmla="*/ 2520280 w 2520280"/>
              <a:gd name="connsiteY1-34" fmla="*/ 1872208 h 1872208"/>
              <a:gd name="connsiteX2-35" fmla="*/ 0 w 2520280"/>
              <a:gd name="connsiteY2-36" fmla="*/ 1872208 h 1872208"/>
              <a:gd name="connsiteX3-37" fmla="*/ 0 w 2520280"/>
              <a:gd name="connsiteY3-38" fmla="*/ 0 h 1872208"/>
              <a:gd name="connsiteX4-39" fmla="*/ 2520280 w 2520280"/>
              <a:gd name="connsiteY4-40" fmla="*/ 0 h 1872208"/>
              <a:gd name="connsiteX5-41" fmla="*/ 0 w 2520280"/>
              <a:gd name="connsiteY5-42" fmla="*/ 0 h 1872208"/>
              <a:gd name="connsiteX0-43" fmla="*/ 0 w 2520280"/>
              <a:gd name="connsiteY0-44" fmla="*/ 1872208 h 1872208"/>
              <a:gd name="connsiteX1-45" fmla="*/ 2520280 w 2520280"/>
              <a:gd name="connsiteY1-46" fmla="*/ 1872208 h 1872208"/>
              <a:gd name="connsiteX2-47" fmla="*/ 0 w 2520280"/>
              <a:gd name="connsiteY2-48" fmla="*/ 1872208 h 1872208"/>
              <a:gd name="connsiteX3-49" fmla="*/ 0 w 2520280"/>
              <a:gd name="connsiteY3-50" fmla="*/ 0 h 1872208"/>
              <a:gd name="connsiteX4-51" fmla="*/ 34255 w 2520280"/>
              <a:gd name="connsiteY4-52" fmla="*/ 0 h 1872208"/>
              <a:gd name="connsiteX5-53" fmla="*/ 0 w 2520280"/>
              <a:gd name="connsiteY5-54" fmla="*/ 0 h 1872208"/>
              <a:gd name="connsiteX0-55" fmla="*/ 0 w 2520280"/>
              <a:gd name="connsiteY0-56" fmla="*/ 1872208 h 1872208"/>
              <a:gd name="connsiteX1-57" fmla="*/ 2520280 w 2520280"/>
              <a:gd name="connsiteY1-58" fmla="*/ 1872208 h 1872208"/>
              <a:gd name="connsiteX2-59" fmla="*/ 0 w 2520280"/>
              <a:gd name="connsiteY2-60" fmla="*/ 1872208 h 1872208"/>
              <a:gd name="connsiteX3-61" fmla="*/ 0 w 2520280"/>
              <a:gd name="connsiteY3-62" fmla="*/ 0 h 1872208"/>
              <a:gd name="connsiteX4-63" fmla="*/ 917 w 2520280"/>
              <a:gd name="connsiteY4-64" fmla="*/ 6036 h 1872208"/>
              <a:gd name="connsiteX5-65" fmla="*/ 0 w 2520280"/>
              <a:gd name="connsiteY5-66" fmla="*/ 0 h 1872208"/>
              <a:gd name="connsiteX0-67" fmla="*/ 0 w 2520280"/>
              <a:gd name="connsiteY0-68" fmla="*/ 1890314 h 1890314"/>
              <a:gd name="connsiteX1-69" fmla="*/ 2520280 w 2520280"/>
              <a:gd name="connsiteY1-70" fmla="*/ 1890314 h 1890314"/>
              <a:gd name="connsiteX2-71" fmla="*/ 0 w 2520280"/>
              <a:gd name="connsiteY2-72" fmla="*/ 1890314 h 1890314"/>
              <a:gd name="connsiteX3-73" fmla="*/ 0 w 2520280"/>
              <a:gd name="connsiteY3-74" fmla="*/ 18106 h 1890314"/>
              <a:gd name="connsiteX4-75" fmla="*/ 53304 w 2520280"/>
              <a:gd name="connsiteY4-76" fmla="*/ 0 h 1890314"/>
              <a:gd name="connsiteX5-77" fmla="*/ 0 w 2520280"/>
              <a:gd name="connsiteY5-78" fmla="*/ 18106 h 1890314"/>
              <a:gd name="connsiteX0-79" fmla="*/ 0 w 2520280"/>
              <a:gd name="connsiteY0-80" fmla="*/ 1872208 h 1872208"/>
              <a:gd name="connsiteX1-81" fmla="*/ 2520280 w 2520280"/>
              <a:gd name="connsiteY1-82" fmla="*/ 1872208 h 1872208"/>
              <a:gd name="connsiteX2-83" fmla="*/ 0 w 2520280"/>
              <a:gd name="connsiteY2-84" fmla="*/ 1872208 h 1872208"/>
              <a:gd name="connsiteX3-85" fmla="*/ 0 w 2520280"/>
              <a:gd name="connsiteY3-86" fmla="*/ 0 h 1872208"/>
              <a:gd name="connsiteX4-87" fmla="*/ 916 w 2520280"/>
              <a:gd name="connsiteY4-88" fmla="*/ 0 h 1872208"/>
              <a:gd name="connsiteX5-89" fmla="*/ 0 w 2520280"/>
              <a:gd name="connsiteY5-90" fmla="*/ 0 h 1872208"/>
            </a:gdLst>
            <a:ahLst/>
            <a:cxnLst>
              <a:cxn ang="0">
                <a:pos x="connsiteX0-79" y="connsiteY0-80"/>
              </a:cxn>
              <a:cxn ang="0">
                <a:pos x="connsiteX1-81" y="connsiteY1-82"/>
              </a:cxn>
              <a:cxn ang="0">
                <a:pos x="connsiteX2-83" y="connsiteY2-84"/>
              </a:cxn>
              <a:cxn ang="0">
                <a:pos x="connsiteX3-85" y="connsiteY3-86"/>
              </a:cxn>
              <a:cxn ang="0">
                <a:pos x="connsiteX4-87" y="connsiteY4-88"/>
              </a:cxn>
              <a:cxn ang="0">
                <a:pos x="connsiteX5-89" y="connsiteY5-90"/>
              </a:cxn>
            </a:cxnLst>
            <a:rect l="l" t="t" r="r" b="b"/>
            <a:pathLst>
              <a:path w="2520280" h="1872208">
                <a:moveTo>
                  <a:pt x="0" y="1872208"/>
                </a:moveTo>
                <a:lnTo>
                  <a:pt x="2520280" y="1872208"/>
                </a:lnTo>
                <a:lnTo>
                  <a:pt x="0" y="1872208"/>
                </a:lnTo>
                <a:close/>
                <a:moveTo>
                  <a:pt x="0" y="0"/>
                </a:moveTo>
                <a:lnTo>
                  <a:pt x="916" y="0"/>
                </a:lnTo>
                <a:lnTo>
                  <a:pt x="0" y="0"/>
                </a:lnTo>
                <a:close/>
              </a:path>
            </a:pathLst>
          </a:custGeom>
          <a:noFill/>
          <a:ln w="12700" cap="sq">
            <a:solidFill>
              <a:srgbClr val="19487C"/>
            </a:solidFill>
            <a:bevel/>
          </a:ln>
          <a:extLst>
            <a:ext uri="{909E8E84-426E-40DD-AFC4-6F175D3DCCD1}">
              <a14:hiddenFill xmlns:a14="http://schemas.microsoft.com/office/drawing/2010/main">
                <a:solidFill>
                  <a:srgbClr val="19487C"/>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normAutofit/>
          </a:bodyPr>
          <a:lstStyle/>
          <a:p>
            <a:pPr algn="ctr">
              <a:lnSpc>
                <a:spcPct val="130000"/>
              </a:lnSpc>
            </a:pPr>
            <a:endParaRPr lang="zh-CN" altLang="en-US" sz="2800" b="1" dirty="0">
              <a:solidFill>
                <a:schemeClr val="tx1"/>
              </a:solidFill>
              <a:latin typeface="楷体" panose="02010609060101010101" charset="-122"/>
              <a:ea typeface="楷体" panose="02010609060101010101" charset="-122"/>
            </a:endParaRPr>
          </a:p>
        </p:txBody>
      </p:sp>
      <p:sp>
        <p:nvSpPr>
          <p:cNvPr id="999" name="MH_Entry_1">
            <a:hlinkClick r:id="" action="ppaction://noaction"/>
          </p:cNvPr>
          <p:cNvSpPr/>
          <p:nvPr>
            <p:custDataLst>
              <p:tags r:id="rId14"/>
            </p:custDataLst>
          </p:nvPr>
        </p:nvSpPr>
        <p:spPr>
          <a:xfrm>
            <a:off x="3169920" y="4844415"/>
            <a:ext cx="8926830" cy="76200"/>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1" fmla="*/ 0 w 2520280"/>
              <a:gd name="connsiteY0-2" fmla="*/ 1584176 h 1872208"/>
              <a:gd name="connsiteX1-3" fmla="*/ 2520280 w 2520280"/>
              <a:gd name="connsiteY1-4" fmla="*/ 1584176 h 1872208"/>
              <a:gd name="connsiteX2-5" fmla="*/ 2520280 w 2520280"/>
              <a:gd name="connsiteY2-6" fmla="*/ 1872208 h 1872208"/>
              <a:gd name="connsiteX3-7" fmla="*/ 0 w 2520280"/>
              <a:gd name="connsiteY3-8" fmla="*/ 1872208 h 1872208"/>
              <a:gd name="connsiteX4-9" fmla="*/ 0 w 2520280"/>
              <a:gd name="connsiteY4-10" fmla="*/ 1584176 h 1872208"/>
              <a:gd name="connsiteX5-11" fmla="*/ 0 w 2520280"/>
              <a:gd name="connsiteY5-12" fmla="*/ 0 h 1872208"/>
              <a:gd name="connsiteX6-13" fmla="*/ 2520280 w 2520280"/>
              <a:gd name="connsiteY6-14" fmla="*/ 0 h 1872208"/>
              <a:gd name="connsiteX7-15" fmla="*/ 0 w 2520280"/>
              <a:gd name="connsiteY7-16" fmla="*/ 0 h 1872208"/>
              <a:gd name="connsiteX0-17" fmla="*/ 0 w 2520280"/>
              <a:gd name="connsiteY0-18" fmla="*/ 1872208 h 1872208"/>
              <a:gd name="connsiteX1-19" fmla="*/ 2520280 w 2520280"/>
              <a:gd name="connsiteY1-20" fmla="*/ 1584176 h 1872208"/>
              <a:gd name="connsiteX2-21" fmla="*/ 2520280 w 2520280"/>
              <a:gd name="connsiteY2-22" fmla="*/ 1872208 h 1872208"/>
              <a:gd name="connsiteX3-23" fmla="*/ 0 w 2520280"/>
              <a:gd name="connsiteY3-24" fmla="*/ 1872208 h 1872208"/>
              <a:gd name="connsiteX4-25" fmla="*/ 0 w 2520280"/>
              <a:gd name="connsiteY4-26" fmla="*/ 0 h 1872208"/>
              <a:gd name="connsiteX5-27" fmla="*/ 2520280 w 2520280"/>
              <a:gd name="connsiteY5-28" fmla="*/ 0 h 1872208"/>
              <a:gd name="connsiteX6-29" fmla="*/ 0 w 2520280"/>
              <a:gd name="connsiteY6-30" fmla="*/ 0 h 1872208"/>
              <a:gd name="connsiteX0-31" fmla="*/ 0 w 2520280"/>
              <a:gd name="connsiteY0-32" fmla="*/ 1872208 h 1872208"/>
              <a:gd name="connsiteX1-33" fmla="*/ 2520280 w 2520280"/>
              <a:gd name="connsiteY1-34" fmla="*/ 1872208 h 1872208"/>
              <a:gd name="connsiteX2-35" fmla="*/ 0 w 2520280"/>
              <a:gd name="connsiteY2-36" fmla="*/ 1872208 h 1872208"/>
              <a:gd name="connsiteX3-37" fmla="*/ 0 w 2520280"/>
              <a:gd name="connsiteY3-38" fmla="*/ 0 h 1872208"/>
              <a:gd name="connsiteX4-39" fmla="*/ 2520280 w 2520280"/>
              <a:gd name="connsiteY4-40" fmla="*/ 0 h 1872208"/>
              <a:gd name="connsiteX5-41" fmla="*/ 0 w 2520280"/>
              <a:gd name="connsiteY5-42" fmla="*/ 0 h 1872208"/>
              <a:gd name="connsiteX0-43" fmla="*/ 0 w 2520280"/>
              <a:gd name="connsiteY0-44" fmla="*/ 1872208 h 1872208"/>
              <a:gd name="connsiteX1-45" fmla="*/ 2520280 w 2520280"/>
              <a:gd name="connsiteY1-46" fmla="*/ 1872208 h 1872208"/>
              <a:gd name="connsiteX2-47" fmla="*/ 0 w 2520280"/>
              <a:gd name="connsiteY2-48" fmla="*/ 1872208 h 1872208"/>
              <a:gd name="connsiteX3-49" fmla="*/ 0 w 2520280"/>
              <a:gd name="connsiteY3-50" fmla="*/ 0 h 1872208"/>
              <a:gd name="connsiteX4-51" fmla="*/ 34255 w 2520280"/>
              <a:gd name="connsiteY4-52" fmla="*/ 0 h 1872208"/>
              <a:gd name="connsiteX5-53" fmla="*/ 0 w 2520280"/>
              <a:gd name="connsiteY5-54" fmla="*/ 0 h 1872208"/>
              <a:gd name="connsiteX0-55" fmla="*/ 0 w 2520280"/>
              <a:gd name="connsiteY0-56" fmla="*/ 1872208 h 1872208"/>
              <a:gd name="connsiteX1-57" fmla="*/ 2520280 w 2520280"/>
              <a:gd name="connsiteY1-58" fmla="*/ 1872208 h 1872208"/>
              <a:gd name="connsiteX2-59" fmla="*/ 0 w 2520280"/>
              <a:gd name="connsiteY2-60" fmla="*/ 1872208 h 1872208"/>
              <a:gd name="connsiteX3-61" fmla="*/ 0 w 2520280"/>
              <a:gd name="connsiteY3-62" fmla="*/ 0 h 1872208"/>
              <a:gd name="connsiteX4-63" fmla="*/ 917 w 2520280"/>
              <a:gd name="connsiteY4-64" fmla="*/ 6036 h 1872208"/>
              <a:gd name="connsiteX5-65" fmla="*/ 0 w 2520280"/>
              <a:gd name="connsiteY5-66" fmla="*/ 0 h 1872208"/>
              <a:gd name="connsiteX0-67" fmla="*/ 0 w 2520280"/>
              <a:gd name="connsiteY0-68" fmla="*/ 1890314 h 1890314"/>
              <a:gd name="connsiteX1-69" fmla="*/ 2520280 w 2520280"/>
              <a:gd name="connsiteY1-70" fmla="*/ 1890314 h 1890314"/>
              <a:gd name="connsiteX2-71" fmla="*/ 0 w 2520280"/>
              <a:gd name="connsiteY2-72" fmla="*/ 1890314 h 1890314"/>
              <a:gd name="connsiteX3-73" fmla="*/ 0 w 2520280"/>
              <a:gd name="connsiteY3-74" fmla="*/ 18106 h 1890314"/>
              <a:gd name="connsiteX4-75" fmla="*/ 53304 w 2520280"/>
              <a:gd name="connsiteY4-76" fmla="*/ 0 h 1890314"/>
              <a:gd name="connsiteX5-77" fmla="*/ 0 w 2520280"/>
              <a:gd name="connsiteY5-78" fmla="*/ 18106 h 1890314"/>
              <a:gd name="connsiteX0-79" fmla="*/ 0 w 2520280"/>
              <a:gd name="connsiteY0-80" fmla="*/ 1872208 h 1872208"/>
              <a:gd name="connsiteX1-81" fmla="*/ 2520280 w 2520280"/>
              <a:gd name="connsiteY1-82" fmla="*/ 1872208 h 1872208"/>
              <a:gd name="connsiteX2-83" fmla="*/ 0 w 2520280"/>
              <a:gd name="connsiteY2-84" fmla="*/ 1872208 h 1872208"/>
              <a:gd name="connsiteX3-85" fmla="*/ 0 w 2520280"/>
              <a:gd name="connsiteY3-86" fmla="*/ 0 h 1872208"/>
              <a:gd name="connsiteX4-87" fmla="*/ 916 w 2520280"/>
              <a:gd name="connsiteY4-88" fmla="*/ 0 h 1872208"/>
              <a:gd name="connsiteX5-89" fmla="*/ 0 w 2520280"/>
              <a:gd name="connsiteY5-90" fmla="*/ 0 h 1872208"/>
            </a:gdLst>
            <a:ahLst/>
            <a:cxnLst>
              <a:cxn ang="0">
                <a:pos x="connsiteX0-79" y="connsiteY0-80"/>
              </a:cxn>
              <a:cxn ang="0">
                <a:pos x="connsiteX1-81" y="connsiteY1-82"/>
              </a:cxn>
              <a:cxn ang="0">
                <a:pos x="connsiteX2-83" y="connsiteY2-84"/>
              </a:cxn>
              <a:cxn ang="0">
                <a:pos x="connsiteX3-85" y="connsiteY3-86"/>
              </a:cxn>
              <a:cxn ang="0">
                <a:pos x="connsiteX4-87" y="connsiteY4-88"/>
              </a:cxn>
              <a:cxn ang="0">
                <a:pos x="connsiteX5-89" y="connsiteY5-90"/>
              </a:cxn>
            </a:cxnLst>
            <a:rect l="l" t="t" r="r" b="b"/>
            <a:pathLst>
              <a:path w="2520280" h="1872208">
                <a:moveTo>
                  <a:pt x="0" y="1872208"/>
                </a:moveTo>
                <a:lnTo>
                  <a:pt x="2520280" y="1872208"/>
                </a:lnTo>
                <a:lnTo>
                  <a:pt x="0" y="1872208"/>
                </a:lnTo>
                <a:close/>
                <a:moveTo>
                  <a:pt x="0" y="0"/>
                </a:moveTo>
                <a:lnTo>
                  <a:pt x="916" y="0"/>
                </a:lnTo>
                <a:lnTo>
                  <a:pt x="0" y="0"/>
                </a:lnTo>
                <a:close/>
              </a:path>
            </a:pathLst>
          </a:custGeom>
          <a:noFill/>
          <a:ln w="12700" cap="sq">
            <a:solidFill>
              <a:srgbClr val="19487C"/>
            </a:solidFill>
            <a:bevel/>
          </a:ln>
          <a:extLst>
            <a:ext uri="{909E8E84-426E-40DD-AFC4-6F175D3DCCD1}">
              <a14:hiddenFill xmlns:a14="http://schemas.microsoft.com/office/drawing/2010/main">
                <a:solidFill>
                  <a:srgbClr val="19487C"/>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normAutofit/>
          </a:bodyPr>
          <a:lstStyle/>
          <a:p>
            <a:pPr algn="ctr">
              <a:lnSpc>
                <a:spcPct val="130000"/>
              </a:lnSpc>
            </a:pPr>
            <a:endParaRPr lang="zh-CN" altLang="en-US" sz="2800" b="1" dirty="0">
              <a:solidFill>
                <a:schemeClr val="tx1"/>
              </a:solidFill>
              <a:latin typeface="楷体" panose="02010609060101010101" charset="-122"/>
              <a:ea typeface="楷体" panose="02010609060101010101" charset="-122"/>
            </a:endParaRPr>
          </a:p>
        </p:txBody>
      </p:sp>
      <p:sp>
        <p:nvSpPr>
          <p:cNvPr id="1000" name="MH_Entry_1">
            <a:hlinkClick r:id="" action="ppaction://noaction"/>
          </p:cNvPr>
          <p:cNvSpPr/>
          <p:nvPr>
            <p:custDataLst>
              <p:tags r:id="rId15"/>
            </p:custDataLst>
          </p:nvPr>
        </p:nvSpPr>
        <p:spPr>
          <a:xfrm>
            <a:off x="3169920" y="5697220"/>
            <a:ext cx="4890135" cy="45720"/>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1" fmla="*/ 0 w 2520280"/>
              <a:gd name="connsiteY0-2" fmla="*/ 1584176 h 1872208"/>
              <a:gd name="connsiteX1-3" fmla="*/ 2520280 w 2520280"/>
              <a:gd name="connsiteY1-4" fmla="*/ 1584176 h 1872208"/>
              <a:gd name="connsiteX2-5" fmla="*/ 2520280 w 2520280"/>
              <a:gd name="connsiteY2-6" fmla="*/ 1872208 h 1872208"/>
              <a:gd name="connsiteX3-7" fmla="*/ 0 w 2520280"/>
              <a:gd name="connsiteY3-8" fmla="*/ 1872208 h 1872208"/>
              <a:gd name="connsiteX4-9" fmla="*/ 0 w 2520280"/>
              <a:gd name="connsiteY4-10" fmla="*/ 1584176 h 1872208"/>
              <a:gd name="connsiteX5-11" fmla="*/ 0 w 2520280"/>
              <a:gd name="connsiteY5-12" fmla="*/ 0 h 1872208"/>
              <a:gd name="connsiteX6-13" fmla="*/ 2520280 w 2520280"/>
              <a:gd name="connsiteY6-14" fmla="*/ 0 h 1872208"/>
              <a:gd name="connsiteX7-15" fmla="*/ 0 w 2520280"/>
              <a:gd name="connsiteY7-16" fmla="*/ 0 h 1872208"/>
              <a:gd name="connsiteX0-17" fmla="*/ 0 w 2520280"/>
              <a:gd name="connsiteY0-18" fmla="*/ 1872208 h 1872208"/>
              <a:gd name="connsiteX1-19" fmla="*/ 2520280 w 2520280"/>
              <a:gd name="connsiteY1-20" fmla="*/ 1584176 h 1872208"/>
              <a:gd name="connsiteX2-21" fmla="*/ 2520280 w 2520280"/>
              <a:gd name="connsiteY2-22" fmla="*/ 1872208 h 1872208"/>
              <a:gd name="connsiteX3-23" fmla="*/ 0 w 2520280"/>
              <a:gd name="connsiteY3-24" fmla="*/ 1872208 h 1872208"/>
              <a:gd name="connsiteX4-25" fmla="*/ 0 w 2520280"/>
              <a:gd name="connsiteY4-26" fmla="*/ 0 h 1872208"/>
              <a:gd name="connsiteX5-27" fmla="*/ 2520280 w 2520280"/>
              <a:gd name="connsiteY5-28" fmla="*/ 0 h 1872208"/>
              <a:gd name="connsiteX6-29" fmla="*/ 0 w 2520280"/>
              <a:gd name="connsiteY6-30" fmla="*/ 0 h 1872208"/>
              <a:gd name="connsiteX0-31" fmla="*/ 0 w 2520280"/>
              <a:gd name="connsiteY0-32" fmla="*/ 1872208 h 1872208"/>
              <a:gd name="connsiteX1-33" fmla="*/ 2520280 w 2520280"/>
              <a:gd name="connsiteY1-34" fmla="*/ 1872208 h 1872208"/>
              <a:gd name="connsiteX2-35" fmla="*/ 0 w 2520280"/>
              <a:gd name="connsiteY2-36" fmla="*/ 1872208 h 1872208"/>
              <a:gd name="connsiteX3-37" fmla="*/ 0 w 2520280"/>
              <a:gd name="connsiteY3-38" fmla="*/ 0 h 1872208"/>
              <a:gd name="connsiteX4-39" fmla="*/ 2520280 w 2520280"/>
              <a:gd name="connsiteY4-40" fmla="*/ 0 h 1872208"/>
              <a:gd name="connsiteX5-41" fmla="*/ 0 w 2520280"/>
              <a:gd name="connsiteY5-42" fmla="*/ 0 h 1872208"/>
              <a:gd name="connsiteX0-43" fmla="*/ 0 w 2520280"/>
              <a:gd name="connsiteY0-44" fmla="*/ 1872208 h 1872208"/>
              <a:gd name="connsiteX1-45" fmla="*/ 2520280 w 2520280"/>
              <a:gd name="connsiteY1-46" fmla="*/ 1872208 h 1872208"/>
              <a:gd name="connsiteX2-47" fmla="*/ 0 w 2520280"/>
              <a:gd name="connsiteY2-48" fmla="*/ 1872208 h 1872208"/>
              <a:gd name="connsiteX3-49" fmla="*/ 0 w 2520280"/>
              <a:gd name="connsiteY3-50" fmla="*/ 0 h 1872208"/>
              <a:gd name="connsiteX4-51" fmla="*/ 34255 w 2520280"/>
              <a:gd name="connsiteY4-52" fmla="*/ 0 h 1872208"/>
              <a:gd name="connsiteX5-53" fmla="*/ 0 w 2520280"/>
              <a:gd name="connsiteY5-54" fmla="*/ 0 h 1872208"/>
              <a:gd name="connsiteX0-55" fmla="*/ 0 w 2520280"/>
              <a:gd name="connsiteY0-56" fmla="*/ 1872208 h 1872208"/>
              <a:gd name="connsiteX1-57" fmla="*/ 2520280 w 2520280"/>
              <a:gd name="connsiteY1-58" fmla="*/ 1872208 h 1872208"/>
              <a:gd name="connsiteX2-59" fmla="*/ 0 w 2520280"/>
              <a:gd name="connsiteY2-60" fmla="*/ 1872208 h 1872208"/>
              <a:gd name="connsiteX3-61" fmla="*/ 0 w 2520280"/>
              <a:gd name="connsiteY3-62" fmla="*/ 0 h 1872208"/>
              <a:gd name="connsiteX4-63" fmla="*/ 917 w 2520280"/>
              <a:gd name="connsiteY4-64" fmla="*/ 6036 h 1872208"/>
              <a:gd name="connsiteX5-65" fmla="*/ 0 w 2520280"/>
              <a:gd name="connsiteY5-66" fmla="*/ 0 h 1872208"/>
              <a:gd name="connsiteX0-67" fmla="*/ 0 w 2520280"/>
              <a:gd name="connsiteY0-68" fmla="*/ 1890314 h 1890314"/>
              <a:gd name="connsiteX1-69" fmla="*/ 2520280 w 2520280"/>
              <a:gd name="connsiteY1-70" fmla="*/ 1890314 h 1890314"/>
              <a:gd name="connsiteX2-71" fmla="*/ 0 w 2520280"/>
              <a:gd name="connsiteY2-72" fmla="*/ 1890314 h 1890314"/>
              <a:gd name="connsiteX3-73" fmla="*/ 0 w 2520280"/>
              <a:gd name="connsiteY3-74" fmla="*/ 18106 h 1890314"/>
              <a:gd name="connsiteX4-75" fmla="*/ 53304 w 2520280"/>
              <a:gd name="connsiteY4-76" fmla="*/ 0 h 1890314"/>
              <a:gd name="connsiteX5-77" fmla="*/ 0 w 2520280"/>
              <a:gd name="connsiteY5-78" fmla="*/ 18106 h 1890314"/>
              <a:gd name="connsiteX0-79" fmla="*/ 0 w 2520280"/>
              <a:gd name="connsiteY0-80" fmla="*/ 1872208 h 1872208"/>
              <a:gd name="connsiteX1-81" fmla="*/ 2520280 w 2520280"/>
              <a:gd name="connsiteY1-82" fmla="*/ 1872208 h 1872208"/>
              <a:gd name="connsiteX2-83" fmla="*/ 0 w 2520280"/>
              <a:gd name="connsiteY2-84" fmla="*/ 1872208 h 1872208"/>
              <a:gd name="connsiteX3-85" fmla="*/ 0 w 2520280"/>
              <a:gd name="connsiteY3-86" fmla="*/ 0 h 1872208"/>
              <a:gd name="connsiteX4-87" fmla="*/ 916 w 2520280"/>
              <a:gd name="connsiteY4-88" fmla="*/ 0 h 1872208"/>
              <a:gd name="connsiteX5-89" fmla="*/ 0 w 2520280"/>
              <a:gd name="connsiteY5-90" fmla="*/ 0 h 1872208"/>
            </a:gdLst>
            <a:ahLst/>
            <a:cxnLst>
              <a:cxn ang="0">
                <a:pos x="connsiteX0-79" y="connsiteY0-80"/>
              </a:cxn>
              <a:cxn ang="0">
                <a:pos x="connsiteX1-81" y="connsiteY1-82"/>
              </a:cxn>
              <a:cxn ang="0">
                <a:pos x="connsiteX2-83" y="connsiteY2-84"/>
              </a:cxn>
              <a:cxn ang="0">
                <a:pos x="connsiteX3-85" y="connsiteY3-86"/>
              </a:cxn>
              <a:cxn ang="0">
                <a:pos x="connsiteX4-87" y="connsiteY4-88"/>
              </a:cxn>
              <a:cxn ang="0">
                <a:pos x="connsiteX5-89" y="connsiteY5-90"/>
              </a:cxn>
            </a:cxnLst>
            <a:rect l="l" t="t" r="r" b="b"/>
            <a:pathLst>
              <a:path w="2520280" h="1872208">
                <a:moveTo>
                  <a:pt x="0" y="1872208"/>
                </a:moveTo>
                <a:lnTo>
                  <a:pt x="2520280" y="1872208"/>
                </a:lnTo>
                <a:lnTo>
                  <a:pt x="0" y="1872208"/>
                </a:lnTo>
                <a:close/>
                <a:moveTo>
                  <a:pt x="0" y="0"/>
                </a:moveTo>
                <a:lnTo>
                  <a:pt x="916" y="0"/>
                </a:lnTo>
                <a:lnTo>
                  <a:pt x="0" y="0"/>
                </a:lnTo>
                <a:close/>
              </a:path>
            </a:pathLst>
          </a:custGeom>
          <a:noFill/>
          <a:ln w="12700" cap="sq">
            <a:solidFill>
              <a:srgbClr val="19487C"/>
            </a:solidFill>
            <a:bevel/>
          </a:ln>
          <a:extLst>
            <a:ext uri="{909E8E84-426E-40DD-AFC4-6F175D3DCCD1}">
              <a14:hiddenFill xmlns:a14="http://schemas.microsoft.com/office/drawing/2010/main">
                <a:solidFill>
                  <a:srgbClr val="19487C"/>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normAutofit/>
          </a:bodyPr>
          <a:lstStyle/>
          <a:p>
            <a:pPr algn="ctr">
              <a:lnSpc>
                <a:spcPct val="130000"/>
              </a:lnSpc>
            </a:pPr>
            <a:endParaRPr lang="zh-CN" altLang="en-US" sz="2800" b="1" dirty="0">
              <a:solidFill>
                <a:schemeClr val="tx1"/>
              </a:solidFill>
              <a:latin typeface="楷体" panose="02010609060101010101" charset="-122"/>
              <a:ea typeface="楷体" panose="02010609060101010101" charset="-122"/>
            </a:endParaRPr>
          </a:p>
        </p:txBody>
      </p:sp>
      <p:sp>
        <p:nvSpPr>
          <p:cNvPr id="1001" name="文本框 1000"/>
          <p:cNvSpPr txBox="1"/>
          <p:nvPr>
            <p:custDataLst>
              <p:tags r:id="rId16"/>
            </p:custDataLst>
          </p:nvPr>
        </p:nvSpPr>
        <p:spPr>
          <a:xfrm>
            <a:off x="3169920" y="981710"/>
            <a:ext cx="4890135" cy="500380"/>
          </a:xfrm>
          <a:prstGeom prst="rect">
            <a:avLst/>
          </a:prstGeom>
          <a:noFill/>
          <a:ln>
            <a:noFill/>
          </a:ln>
          <a:extLst>
            <a:ext uri="{909E8E84-426E-40DD-AFC4-6F175D3DCCD1}">
              <a14:hiddenFill xmlns:a14="http://schemas.microsoft.com/office/drawing/2010/main">
                <a:solidFill>
                  <a:srgbClr val="19487C"/>
                </a:solidFill>
              </a14:hiddenFill>
            </a:ext>
          </a:extLst>
        </p:spPr>
        <p:txBody>
          <a:bodyPr wrap="square" rtlCol="0" anchor="b" anchorCtr="0">
            <a:noAutofit/>
          </a:bodyPr>
          <a:lstStyle>
            <a:defPPr>
              <a:defRPr lang="zh-CN"/>
            </a:defPPr>
            <a:lvl1pPr>
              <a:defRPr sz="2000"/>
            </a:lvl1pPr>
          </a:lstStyle>
          <a:p>
            <a:pPr marL="0" lvl="0" indent="0" algn="ctr">
              <a:lnSpc>
                <a:spcPct val="100000"/>
              </a:lnSpc>
              <a:spcBef>
                <a:spcPts val="0"/>
              </a:spcBef>
              <a:spcAft>
                <a:spcPts val="0"/>
              </a:spcAft>
              <a:buSzPct val="100000"/>
            </a:pPr>
            <a:r>
              <a:rPr lang="zh-CN" altLang="en-US" sz="2800" b="1" smtClean="0">
                <a:solidFill>
                  <a:schemeClr val="tx1"/>
                </a:solidFill>
                <a:latin typeface="楷体" panose="02010609060101010101" charset="-122"/>
                <a:ea typeface="楷体" panose="02010609060101010101" charset="-122"/>
              </a:rPr>
              <a:t>背景意义</a:t>
            </a:r>
            <a:endParaRPr lang="zh-CN" altLang="en-US" sz="2800" b="1" smtClean="0">
              <a:solidFill>
                <a:schemeClr val="tx1"/>
              </a:solidFill>
              <a:latin typeface="楷体" panose="02010609060101010101" charset="-122"/>
              <a:ea typeface="楷体" panose="02010609060101010101" charset="-122"/>
            </a:endParaRPr>
          </a:p>
        </p:txBody>
      </p:sp>
      <p:sp>
        <p:nvSpPr>
          <p:cNvPr id="1002" name="文本框 1001"/>
          <p:cNvSpPr txBox="1"/>
          <p:nvPr>
            <p:custDataLst>
              <p:tags r:id="rId17"/>
            </p:custDataLst>
          </p:nvPr>
        </p:nvSpPr>
        <p:spPr>
          <a:xfrm>
            <a:off x="3169920" y="1824990"/>
            <a:ext cx="4890135" cy="500380"/>
          </a:xfrm>
          <a:prstGeom prst="rect">
            <a:avLst/>
          </a:prstGeom>
          <a:noFill/>
          <a:ln>
            <a:noFill/>
          </a:ln>
          <a:extLst>
            <a:ext uri="{909E8E84-426E-40DD-AFC4-6F175D3DCCD1}">
              <a14:hiddenFill xmlns:a14="http://schemas.microsoft.com/office/drawing/2010/main">
                <a:solidFill>
                  <a:srgbClr val="19487C"/>
                </a:solidFill>
              </a14:hiddenFill>
            </a:ext>
          </a:extLst>
        </p:spPr>
        <p:txBody>
          <a:bodyPr wrap="square" rtlCol="0" anchor="b" anchorCtr="0">
            <a:noAutofit/>
          </a:bodyPr>
          <a:lstStyle>
            <a:defPPr>
              <a:defRPr lang="zh-CN"/>
            </a:defPPr>
            <a:lvl1pPr>
              <a:defRPr sz="2000"/>
            </a:lvl1pPr>
          </a:lstStyle>
          <a:p>
            <a:pPr marL="0" lvl="0" indent="0" algn="ctr">
              <a:lnSpc>
                <a:spcPct val="100000"/>
              </a:lnSpc>
              <a:spcBef>
                <a:spcPts val="0"/>
              </a:spcBef>
              <a:spcAft>
                <a:spcPts val="0"/>
              </a:spcAft>
              <a:buSzPct val="100000"/>
            </a:pPr>
            <a:r>
              <a:rPr lang="zh-CN" altLang="en-US" sz="2800" b="1" smtClean="0">
                <a:solidFill>
                  <a:schemeClr val="tx1"/>
                </a:solidFill>
                <a:latin typeface="楷体" panose="02010609060101010101" charset="-122"/>
                <a:ea typeface="楷体" panose="02010609060101010101" charset="-122"/>
              </a:rPr>
              <a:t>研究内容</a:t>
            </a:r>
            <a:endParaRPr lang="zh-CN" altLang="en-US" sz="2800" b="1" smtClean="0">
              <a:solidFill>
                <a:schemeClr val="tx1"/>
              </a:solidFill>
              <a:latin typeface="楷体" panose="02010609060101010101" charset="-122"/>
              <a:ea typeface="楷体" panose="02010609060101010101" charset="-122"/>
            </a:endParaRPr>
          </a:p>
        </p:txBody>
      </p:sp>
      <p:sp>
        <p:nvSpPr>
          <p:cNvPr id="1003" name="文本框 1002"/>
          <p:cNvSpPr txBox="1"/>
          <p:nvPr>
            <p:custDataLst>
              <p:tags r:id="rId18"/>
            </p:custDataLst>
          </p:nvPr>
        </p:nvSpPr>
        <p:spPr>
          <a:xfrm>
            <a:off x="3169920" y="2684780"/>
            <a:ext cx="8164830" cy="500380"/>
          </a:xfrm>
          <a:prstGeom prst="rect">
            <a:avLst/>
          </a:prstGeom>
          <a:noFill/>
          <a:ln>
            <a:noFill/>
          </a:ln>
          <a:extLst>
            <a:ext uri="{909E8E84-426E-40DD-AFC4-6F175D3DCCD1}">
              <a14:hiddenFill xmlns:a14="http://schemas.microsoft.com/office/drawing/2010/main">
                <a:solidFill>
                  <a:srgbClr val="19487C"/>
                </a:solidFill>
              </a14:hiddenFill>
            </a:ext>
          </a:extLst>
        </p:spPr>
        <p:txBody>
          <a:bodyPr wrap="square" rtlCol="0" anchor="b" anchorCtr="0">
            <a:noAutofit/>
          </a:bodyPr>
          <a:lstStyle>
            <a:defPPr>
              <a:defRPr lang="zh-CN"/>
            </a:defPPr>
            <a:lvl1pPr>
              <a:defRPr sz="2000"/>
            </a:lvl1pPr>
          </a:lstStyle>
          <a:p>
            <a:pPr marL="0" lvl="0" indent="0" algn="ctr">
              <a:lnSpc>
                <a:spcPct val="100000"/>
              </a:lnSpc>
              <a:spcBef>
                <a:spcPts val="0"/>
              </a:spcBef>
              <a:spcAft>
                <a:spcPts val="0"/>
              </a:spcAft>
              <a:buSzPct val="100000"/>
            </a:pPr>
            <a:r>
              <a:rPr lang="zh-CN" altLang="en-US" sz="2800" b="1" smtClean="0">
                <a:solidFill>
                  <a:schemeClr val="tx1"/>
                </a:solidFill>
                <a:latin typeface="楷体" panose="02010609060101010101" charset="-122"/>
                <a:ea typeface="楷体" panose="02010609060101010101" charset="-122"/>
              </a:rPr>
              <a:t>碳基体对二维碳/碳复合材料力学性能的影响</a:t>
            </a:r>
            <a:endParaRPr lang="zh-CN" altLang="en-US" sz="2800" b="1" smtClean="0">
              <a:solidFill>
                <a:schemeClr val="tx1"/>
              </a:solidFill>
              <a:latin typeface="楷体" panose="02010609060101010101" charset="-122"/>
              <a:ea typeface="楷体" panose="02010609060101010101" charset="-122"/>
            </a:endParaRPr>
          </a:p>
        </p:txBody>
      </p:sp>
      <p:sp>
        <p:nvSpPr>
          <p:cNvPr id="1004" name="文本框 1003"/>
          <p:cNvSpPr txBox="1"/>
          <p:nvPr>
            <p:custDataLst>
              <p:tags r:id="rId19"/>
            </p:custDataLst>
          </p:nvPr>
        </p:nvSpPr>
        <p:spPr>
          <a:xfrm>
            <a:off x="3169920" y="3508375"/>
            <a:ext cx="8165465" cy="500380"/>
          </a:xfrm>
          <a:prstGeom prst="rect">
            <a:avLst/>
          </a:prstGeom>
          <a:noFill/>
          <a:ln>
            <a:noFill/>
          </a:ln>
          <a:extLst>
            <a:ext uri="{909E8E84-426E-40DD-AFC4-6F175D3DCCD1}">
              <a14:hiddenFill xmlns:a14="http://schemas.microsoft.com/office/drawing/2010/main">
                <a:solidFill>
                  <a:srgbClr val="19487C"/>
                </a:solidFill>
              </a14:hiddenFill>
            </a:ext>
          </a:extLst>
        </p:spPr>
        <p:txBody>
          <a:bodyPr wrap="square" rtlCol="0" anchor="b" anchorCtr="0">
            <a:noAutofit/>
          </a:bodyPr>
          <a:lstStyle>
            <a:defPPr>
              <a:defRPr lang="zh-CN"/>
            </a:defPPr>
            <a:lvl1pPr>
              <a:defRPr sz="2000"/>
            </a:lvl1pPr>
          </a:lstStyle>
          <a:p>
            <a:pPr marL="0" lvl="0" indent="0" algn="ctr">
              <a:lnSpc>
                <a:spcPct val="100000"/>
              </a:lnSpc>
              <a:spcBef>
                <a:spcPts val="0"/>
              </a:spcBef>
              <a:spcAft>
                <a:spcPts val="0"/>
              </a:spcAft>
              <a:buSzPct val="100000"/>
            </a:pPr>
            <a:r>
              <a:rPr lang="zh-CN" altLang="en-US" sz="2800" b="1" smtClean="0">
                <a:solidFill>
                  <a:schemeClr val="tx1"/>
                </a:solidFill>
                <a:latin typeface="楷体" panose="02010609060101010101" charset="-122"/>
                <a:ea typeface="楷体" panose="02010609060101010101" charset="-122"/>
              </a:rPr>
              <a:t>碳纤维对二维碳/碳复合材料力学性能的影响 </a:t>
            </a:r>
            <a:endParaRPr lang="zh-CN" altLang="en-US" sz="2800" b="1" smtClean="0">
              <a:solidFill>
                <a:schemeClr val="tx1"/>
              </a:solidFill>
              <a:latin typeface="楷体" panose="02010609060101010101" charset="-122"/>
              <a:ea typeface="楷体" panose="02010609060101010101" charset="-122"/>
            </a:endParaRPr>
          </a:p>
        </p:txBody>
      </p:sp>
      <p:sp>
        <p:nvSpPr>
          <p:cNvPr id="1005" name="文本框 1004"/>
          <p:cNvSpPr txBox="1"/>
          <p:nvPr>
            <p:custDataLst>
              <p:tags r:id="rId20"/>
            </p:custDataLst>
          </p:nvPr>
        </p:nvSpPr>
        <p:spPr>
          <a:xfrm>
            <a:off x="3169920" y="4331970"/>
            <a:ext cx="9510395" cy="500380"/>
          </a:xfrm>
          <a:prstGeom prst="rect">
            <a:avLst/>
          </a:prstGeom>
          <a:noFill/>
          <a:ln>
            <a:noFill/>
          </a:ln>
          <a:extLst>
            <a:ext uri="{909E8E84-426E-40DD-AFC4-6F175D3DCCD1}">
              <a14:hiddenFill xmlns:a14="http://schemas.microsoft.com/office/drawing/2010/main">
                <a:solidFill>
                  <a:srgbClr val="19487C"/>
                </a:solidFill>
              </a14:hiddenFill>
            </a:ext>
          </a:extLst>
        </p:spPr>
        <p:txBody>
          <a:bodyPr wrap="square" rtlCol="0" anchor="b" anchorCtr="0">
            <a:noAutofit/>
          </a:bodyPr>
          <a:lstStyle>
            <a:defPPr>
              <a:defRPr lang="zh-CN"/>
            </a:defPPr>
            <a:lvl1pPr>
              <a:defRPr sz="2000"/>
            </a:lvl1pPr>
          </a:lstStyle>
          <a:p>
            <a:pPr marL="0" lvl="0" indent="0" algn="ctr">
              <a:lnSpc>
                <a:spcPct val="100000"/>
              </a:lnSpc>
              <a:spcBef>
                <a:spcPts val="0"/>
              </a:spcBef>
              <a:spcAft>
                <a:spcPts val="0"/>
              </a:spcAft>
              <a:buSzPct val="100000"/>
            </a:pPr>
            <a:r>
              <a:rPr lang="zh-CN" altLang="en-US" sz="2800" b="1" smtClean="0">
                <a:solidFill>
                  <a:schemeClr val="tx1"/>
                </a:solidFill>
                <a:latin typeface="楷体" panose="02010609060101010101" charset="-122"/>
                <a:ea typeface="楷体" panose="02010609060101010101" charset="-122"/>
              </a:rPr>
              <a:t>纤维/基体界面对二维碳/碳复合材料力学性能的影响</a:t>
            </a:r>
            <a:endParaRPr lang="zh-CN" altLang="en-US" sz="2800" b="1" smtClean="0">
              <a:solidFill>
                <a:schemeClr val="tx1"/>
              </a:solidFill>
              <a:latin typeface="楷体" panose="02010609060101010101" charset="-122"/>
              <a:ea typeface="楷体" panose="02010609060101010101" charset="-122"/>
            </a:endParaRPr>
          </a:p>
        </p:txBody>
      </p:sp>
      <p:sp>
        <p:nvSpPr>
          <p:cNvPr id="1006" name="文本框 1005"/>
          <p:cNvSpPr txBox="1"/>
          <p:nvPr>
            <p:custDataLst>
              <p:tags r:id="rId21"/>
            </p:custDataLst>
          </p:nvPr>
        </p:nvSpPr>
        <p:spPr>
          <a:xfrm>
            <a:off x="3169920" y="5238750"/>
            <a:ext cx="4890135" cy="500380"/>
          </a:xfrm>
          <a:prstGeom prst="rect">
            <a:avLst/>
          </a:prstGeom>
          <a:noFill/>
          <a:ln>
            <a:noFill/>
          </a:ln>
          <a:extLst>
            <a:ext uri="{909E8E84-426E-40DD-AFC4-6F175D3DCCD1}">
              <a14:hiddenFill xmlns:a14="http://schemas.microsoft.com/office/drawing/2010/main">
                <a:solidFill>
                  <a:srgbClr val="19487C"/>
                </a:solidFill>
              </a14:hiddenFill>
            </a:ext>
          </a:extLst>
        </p:spPr>
        <p:txBody>
          <a:bodyPr wrap="square" rtlCol="0" anchor="b" anchorCtr="0">
            <a:noAutofit/>
          </a:bodyPr>
          <a:lstStyle>
            <a:defPPr>
              <a:defRPr lang="zh-CN"/>
            </a:defPPr>
            <a:lvl1pPr>
              <a:defRPr sz="2000"/>
            </a:lvl1pPr>
          </a:lstStyle>
          <a:p>
            <a:pPr marL="0" lvl="0" indent="0" algn="ctr">
              <a:lnSpc>
                <a:spcPct val="100000"/>
              </a:lnSpc>
              <a:spcBef>
                <a:spcPts val="0"/>
              </a:spcBef>
              <a:spcAft>
                <a:spcPts val="0"/>
              </a:spcAft>
              <a:buSzPct val="100000"/>
            </a:pPr>
            <a:r>
              <a:rPr lang="zh-CN" altLang="en-US" sz="2800" b="1" smtClean="0">
                <a:solidFill>
                  <a:schemeClr val="tx1"/>
                </a:solidFill>
                <a:latin typeface="楷体" panose="02010609060101010101" charset="-122"/>
                <a:ea typeface="楷体" panose="02010609060101010101" charset="-122"/>
              </a:rPr>
              <a:t>总结</a:t>
            </a:r>
            <a:endParaRPr lang="zh-CN" altLang="en-US" sz="2800" b="1" smtClean="0">
              <a:solidFill>
                <a:schemeClr val="tx1"/>
              </a:solidFill>
              <a:latin typeface="楷体" panose="02010609060101010101" charset="-122"/>
              <a:ea typeface="楷体" panose="02010609060101010101"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Freeform 26"/>
          <p:cNvSpPr/>
          <p:nvPr/>
        </p:nvSpPr>
        <p:spPr bwMode="auto">
          <a:xfrm rot="5400000">
            <a:off x="-3043128" y="2964392"/>
            <a:ext cx="6857997" cy="929221"/>
          </a:xfrm>
          <a:custGeom>
            <a:avLst/>
            <a:gdLst/>
            <a:ahLst/>
            <a:cxnLst>
              <a:cxn ang="0">
                <a:pos x="2861" y="904"/>
              </a:cxn>
              <a:cxn ang="0">
                <a:pos x="2861" y="0"/>
              </a:cxn>
              <a:cxn ang="0">
                <a:pos x="1382" y="332"/>
              </a:cxn>
              <a:cxn ang="0">
                <a:pos x="0" y="46"/>
              </a:cxn>
              <a:cxn ang="0">
                <a:pos x="0" y="904"/>
              </a:cxn>
              <a:cxn ang="0">
                <a:pos x="2861" y="904"/>
              </a:cxn>
            </a:cxnLst>
            <a:rect l="0" t="0" r="r" b="b"/>
            <a:pathLst>
              <a:path w="2861" h="904">
                <a:moveTo>
                  <a:pt x="2861" y="904"/>
                </a:moveTo>
                <a:cubicBezTo>
                  <a:pt x="2861" y="0"/>
                  <a:pt x="2861" y="0"/>
                  <a:pt x="2861" y="0"/>
                </a:cubicBezTo>
                <a:cubicBezTo>
                  <a:pt x="2414" y="221"/>
                  <a:pt x="1921" y="332"/>
                  <a:pt x="1382" y="332"/>
                </a:cubicBezTo>
                <a:cubicBezTo>
                  <a:pt x="882" y="332"/>
                  <a:pt x="421" y="237"/>
                  <a:pt x="0" y="46"/>
                </a:cubicBezTo>
                <a:cubicBezTo>
                  <a:pt x="0" y="904"/>
                  <a:pt x="0" y="904"/>
                  <a:pt x="0" y="904"/>
                </a:cubicBezTo>
                <a:cubicBezTo>
                  <a:pt x="2861" y="904"/>
                  <a:pt x="2861" y="904"/>
                  <a:pt x="2861" y="904"/>
                </a:cubicBezTo>
                <a:close/>
              </a:path>
            </a:pathLst>
          </a:custGeom>
          <a:gradFill flip="none" rotWithShape="1">
            <a:gsLst>
              <a:gs pos="0">
                <a:schemeClr val="bg1">
                  <a:lumMod val="75000"/>
                </a:schemeClr>
              </a:gs>
              <a:gs pos="59000">
                <a:schemeClr val="bg1">
                  <a:lumMod val="95000"/>
                </a:schemeClr>
              </a:gs>
              <a:gs pos="100000">
                <a:schemeClr val="bg1">
                  <a:lumMod val="75000"/>
                </a:schemeClr>
              </a:gs>
            </a:gsLst>
            <a:path path="circle">
              <a:fillToRect l="100000" t="100000"/>
            </a:path>
            <a:tileRect r="-100000" b="-100000"/>
          </a:gradFill>
          <a:ln w="9525">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8" name="Freeform 107"/>
          <p:cNvSpPr/>
          <p:nvPr/>
        </p:nvSpPr>
        <p:spPr bwMode="auto">
          <a:xfrm rot="5400000">
            <a:off x="-2343825" y="2352649"/>
            <a:ext cx="6857999" cy="2152708"/>
          </a:xfrm>
          <a:custGeom>
            <a:avLst/>
            <a:gdLst/>
            <a:ahLst/>
            <a:cxnLst>
              <a:cxn ang="0">
                <a:pos x="2129" y="670"/>
              </a:cxn>
              <a:cxn ang="0">
                <a:pos x="2129" y="640"/>
              </a:cxn>
              <a:cxn ang="0">
                <a:pos x="0" y="0"/>
              </a:cxn>
              <a:cxn ang="0">
                <a:pos x="0" y="688"/>
              </a:cxn>
              <a:cxn ang="0">
                <a:pos x="1053" y="1054"/>
              </a:cxn>
              <a:cxn ang="0">
                <a:pos x="2129" y="670"/>
              </a:cxn>
            </a:cxnLst>
            <a:rect l="0" t="0" r="r" b="b"/>
            <a:pathLst>
              <a:path w="2129" h="1054">
                <a:moveTo>
                  <a:pt x="2129" y="670"/>
                </a:moveTo>
                <a:cubicBezTo>
                  <a:pt x="2129" y="640"/>
                  <a:pt x="2129" y="640"/>
                  <a:pt x="2129" y="640"/>
                </a:cubicBezTo>
                <a:cubicBezTo>
                  <a:pt x="1070" y="830"/>
                  <a:pt x="360" y="617"/>
                  <a:pt x="0" y="0"/>
                </a:cubicBezTo>
                <a:cubicBezTo>
                  <a:pt x="0" y="688"/>
                  <a:pt x="0" y="688"/>
                  <a:pt x="0" y="688"/>
                </a:cubicBezTo>
                <a:cubicBezTo>
                  <a:pt x="310" y="932"/>
                  <a:pt x="661" y="1054"/>
                  <a:pt x="1053" y="1054"/>
                </a:cubicBezTo>
                <a:cubicBezTo>
                  <a:pt x="1454" y="1054"/>
                  <a:pt x="1813" y="926"/>
                  <a:pt x="2129" y="670"/>
                </a:cubicBezTo>
                <a:close/>
              </a:path>
            </a:pathLst>
          </a:custGeom>
          <a:solidFill>
            <a:srgbClr val="19487C"/>
          </a:solidFill>
          <a:ln w="9525">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2" name="标题 1"/>
          <p:cNvSpPr txBox="1"/>
          <p:nvPr/>
        </p:nvSpPr>
        <p:spPr>
          <a:xfrm>
            <a:off x="5231130" y="2115185"/>
            <a:ext cx="4157980" cy="85725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4800" dirty="0" smtClean="0">
                <a:solidFill>
                  <a:srgbClr val="19487C"/>
                </a:solidFill>
                <a:latin typeface="楷体" panose="02010609060101010101" charset="-122"/>
                <a:ea typeface="楷体" panose="02010609060101010101" charset="-122"/>
                <a:cs typeface="楷体" panose="02010609060101010101" charset="-122"/>
              </a:rPr>
              <a:t>背景意义</a:t>
            </a:r>
            <a:endParaRPr kumimoji="1" lang="zh-CN" altLang="en-US" sz="4800" dirty="0" smtClean="0">
              <a:solidFill>
                <a:srgbClr val="19487C"/>
              </a:solidFill>
              <a:latin typeface="楷体" panose="02010609060101010101" charset="-122"/>
              <a:ea typeface="楷体" panose="02010609060101010101" charset="-122"/>
              <a:cs typeface="楷体" panose="02010609060101010101" charset="-122"/>
            </a:endParaRPr>
          </a:p>
        </p:txBody>
      </p:sp>
      <p:sp>
        <p:nvSpPr>
          <p:cNvPr id="27" name="椭圆 26"/>
          <p:cNvSpPr/>
          <p:nvPr/>
        </p:nvSpPr>
        <p:spPr>
          <a:xfrm>
            <a:off x="4114842" y="2115256"/>
            <a:ext cx="754980" cy="781014"/>
          </a:xfrm>
          <a:prstGeom prst="ellipse">
            <a:avLst/>
          </a:prstGeom>
          <a:solidFill>
            <a:srgbClr val="19487C"/>
          </a:solidFill>
          <a:ln>
            <a:solidFill>
              <a:srgbClr val="F8EDEE"/>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35" tIns="45717" rIns="91435" bIns="45717" numCol="1" spcCol="0" rtlCol="0" fromWordArt="0" anchor="ctr" anchorCtr="0" forceAA="0" compatLnSpc="1">
            <a:noAutofit/>
          </a:bodyPr>
          <a:p>
            <a:pPr algn="ctr"/>
            <a:r>
              <a:rPr lang="en-US" altLang="zh-CN" sz="3600"/>
              <a:t>1</a:t>
            </a:r>
            <a:endParaRPr lang="en-US" altLang="zh-CN" sz="3600"/>
          </a:p>
        </p:txBody>
      </p:sp>
      <p:pic>
        <p:nvPicPr>
          <p:cNvPr id="18" name="图片 17" descr="&amp;pky734654077&amp;"/>
          <p:cNvPicPr>
            <a:picLocks noChangeAspect="1"/>
          </p:cNvPicPr>
          <p:nvPr/>
        </p:nvPicPr>
        <p:blipFill>
          <a:blip r:embed="rId1">
            <a:clrChange>
              <a:clrFrom>
                <a:srgbClr val="FFFFFF">
                  <a:alpha val="100000"/>
                </a:srgbClr>
              </a:clrFrom>
              <a:clrTo>
                <a:srgbClr val="FFFFFF">
                  <a:alpha val="100000"/>
                  <a:alpha val="0"/>
                </a:srgbClr>
              </a:clrTo>
            </a:clrChange>
            <a:lum bright="70000" contrast="-70000"/>
          </a:blip>
          <a:stretch>
            <a:fillRect/>
          </a:stretch>
        </p:blipFill>
        <p:spPr>
          <a:xfrm>
            <a:off x="1869440" y="3228340"/>
            <a:ext cx="10235565" cy="362966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7" name="组合 6"/>
          <p:cNvGrpSpPr/>
          <p:nvPr/>
        </p:nvGrpSpPr>
        <p:grpSpPr>
          <a:xfrm>
            <a:off x="806450" y="1776095"/>
            <a:ext cx="1882775" cy="3617564"/>
            <a:chOff x="3024" y="3033"/>
            <a:chExt cx="2965" cy="5697"/>
          </a:xfrm>
        </p:grpSpPr>
        <p:grpSp>
          <p:nvGrpSpPr>
            <p:cNvPr id="9225" name="组合 253"/>
            <p:cNvGrpSpPr/>
            <p:nvPr/>
          </p:nvGrpSpPr>
          <p:grpSpPr>
            <a:xfrm>
              <a:off x="3024" y="3033"/>
              <a:ext cx="2947" cy="970"/>
              <a:chOff x="683667" y="2060848"/>
              <a:chExt cx="1871895" cy="616303"/>
            </a:xfrm>
          </p:grpSpPr>
          <p:grpSp>
            <p:nvGrpSpPr>
              <p:cNvPr id="9252" name="组合 4"/>
              <p:cNvGrpSpPr/>
              <p:nvPr/>
            </p:nvGrpSpPr>
            <p:grpSpPr>
              <a:xfrm>
                <a:off x="683667" y="2151335"/>
                <a:ext cx="1871895" cy="525816"/>
                <a:chOff x="1752600" y="1388096"/>
                <a:chExt cx="2249625" cy="689931"/>
              </a:xfrm>
            </p:grpSpPr>
            <p:sp>
              <p:nvSpPr>
                <p:cNvPr id="246" name="Rectangle 5"/>
                <p:cNvSpPr>
                  <a:spLocks noChangeArrowheads="1"/>
                </p:cNvSpPr>
                <p:nvPr/>
              </p:nvSpPr>
              <p:spPr bwMode="auto">
                <a:xfrm>
                  <a:off x="1752600" y="1388164"/>
                  <a:ext cx="2249625" cy="564812"/>
                </a:xfrm>
                <a:prstGeom prst="rect">
                  <a:avLst/>
                </a:prstGeom>
                <a:gradFill rotWithShape="1">
                  <a:gsLst>
                    <a:gs pos="0">
                      <a:srgbClr val="DDDDDD"/>
                    </a:gs>
                    <a:gs pos="100000">
                      <a:srgbClr val="FFFFFF"/>
                    </a:gs>
                  </a:gsLst>
                  <a:lin ang="5400000" scaled="1"/>
                </a:gradFill>
                <a:ln>
                  <a:noFill/>
                </a:ln>
                <a:effectLst/>
              </p:spPr>
              <p:txBody>
                <a:bodyPr wrap="none" anchor="ct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1" u="none" strike="noStrike" kern="0" cap="none" spc="0" normalizeH="0" baseline="0" noProof="0">
                    <a:ln>
                      <a:noFill/>
                    </a:ln>
                    <a:solidFill>
                      <a:srgbClr val="000000"/>
                    </a:solidFill>
                    <a:effectLst/>
                    <a:uLnTx/>
                    <a:uFillTx/>
                    <a:latin typeface="楷体" panose="02010609060101010101" charset="-122"/>
                    <a:ea typeface="楷体" panose="02010609060101010101" charset="-122"/>
                    <a:cs typeface="+mn-cs"/>
                  </a:endParaRPr>
                </a:p>
              </p:txBody>
            </p:sp>
            <p:sp>
              <p:nvSpPr>
                <p:cNvPr id="247" name="AutoShape 9"/>
                <p:cNvSpPr>
                  <a:spLocks noChangeArrowheads="1"/>
                </p:cNvSpPr>
                <p:nvPr/>
              </p:nvSpPr>
              <p:spPr bwMode="auto">
                <a:xfrm>
                  <a:off x="1752600" y="1921713"/>
                  <a:ext cx="2249625" cy="156314"/>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2337 w 21600"/>
                    <a:gd name="T13" fmla="*/ 2387 h 21600"/>
                    <a:gd name="T14" fmla="*/ 19263 w 21600"/>
                    <a:gd name="T15" fmla="*/ 19213 h 21600"/>
                  </a:gdLst>
                  <a:ahLst/>
                  <a:cxnLst>
                    <a:cxn ang="T8">
                      <a:pos x="T0" y="T1"/>
                    </a:cxn>
                    <a:cxn ang="T9">
                      <a:pos x="T2" y="T3"/>
                    </a:cxn>
                    <a:cxn ang="T10">
                      <a:pos x="T4" y="T5"/>
                    </a:cxn>
                    <a:cxn ang="T11">
                      <a:pos x="T6" y="T7"/>
                    </a:cxn>
                  </a:cxnLst>
                  <a:rect l="T12" t="T13" r="T14" b="T15"/>
                  <a:pathLst>
                    <a:path w="21600" h="21600">
                      <a:moveTo>
                        <a:pt x="0" y="0"/>
                      </a:moveTo>
                      <a:lnTo>
                        <a:pt x="1072" y="21600"/>
                      </a:lnTo>
                      <a:lnTo>
                        <a:pt x="20528" y="21600"/>
                      </a:lnTo>
                      <a:lnTo>
                        <a:pt x="21600" y="0"/>
                      </a:lnTo>
                      <a:lnTo>
                        <a:pt x="0" y="0"/>
                      </a:lnTo>
                      <a:close/>
                    </a:path>
                  </a:pathLst>
                </a:custGeom>
                <a:gradFill rotWithShape="1">
                  <a:gsLst>
                    <a:gs pos="0">
                      <a:srgbClr val="DDDDDD"/>
                    </a:gs>
                    <a:gs pos="100000">
                      <a:srgbClr val="FFFFFF">
                        <a:alpha val="0"/>
                      </a:srgbClr>
                    </a:gs>
                  </a:gsLst>
                  <a:lin ang="5400000" scaled="1"/>
                </a:gradFill>
                <a:ln>
                  <a:noFill/>
                </a:ln>
                <a:effectLst/>
              </p:spPr>
              <p:txBody>
                <a:bodyPr wrap="none" anchor="ct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楷体" panose="02010609060101010101" charset="-122"/>
                    <a:ea typeface="楷体" panose="02010609060101010101" charset="-122"/>
                    <a:cs typeface="+mn-cs"/>
                  </a:endParaRPr>
                </a:p>
              </p:txBody>
            </p:sp>
          </p:grpSp>
          <p:grpSp>
            <p:nvGrpSpPr>
              <p:cNvPr id="9253" name="组合 32"/>
              <p:cNvGrpSpPr/>
              <p:nvPr/>
            </p:nvGrpSpPr>
            <p:grpSpPr>
              <a:xfrm>
                <a:off x="913883" y="2060848"/>
                <a:ext cx="1419402" cy="495584"/>
                <a:chOff x="1868883" y="1344612"/>
                <a:chExt cx="2221003" cy="650846"/>
              </a:xfrm>
            </p:grpSpPr>
            <p:sp>
              <p:nvSpPr>
                <p:cNvPr id="236" name="AutoShape 10"/>
                <p:cNvSpPr>
                  <a:spLocks noChangeArrowheads="1"/>
                </p:cNvSpPr>
                <p:nvPr/>
              </p:nvSpPr>
              <p:spPr bwMode="auto">
                <a:xfrm>
                  <a:off x="1868883" y="1770165"/>
                  <a:ext cx="2221003" cy="225293"/>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2337 w 21600"/>
                    <a:gd name="T13" fmla="*/ 2387 h 21600"/>
                    <a:gd name="T14" fmla="*/ 19263 w 21600"/>
                    <a:gd name="T15" fmla="*/ 19213 h 21600"/>
                  </a:gdLst>
                  <a:ahLst/>
                  <a:cxnLst>
                    <a:cxn ang="T8">
                      <a:pos x="T0" y="T1"/>
                    </a:cxn>
                    <a:cxn ang="T9">
                      <a:pos x="T2" y="T3"/>
                    </a:cxn>
                    <a:cxn ang="T10">
                      <a:pos x="T4" y="T5"/>
                    </a:cxn>
                    <a:cxn ang="T11">
                      <a:pos x="T6" y="T7"/>
                    </a:cxn>
                  </a:cxnLst>
                  <a:rect l="T12" t="T13" r="T14" b="T15"/>
                  <a:pathLst>
                    <a:path w="21600" h="21600">
                      <a:moveTo>
                        <a:pt x="0" y="0"/>
                      </a:moveTo>
                      <a:lnTo>
                        <a:pt x="1072" y="21600"/>
                      </a:lnTo>
                      <a:lnTo>
                        <a:pt x="20528" y="21600"/>
                      </a:lnTo>
                      <a:lnTo>
                        <a:pt x="21600" y="0"/>
                      </a:lnTo>
                      <a:lnTo>
                        <a:pt x="0" y="0"/>
                      </a:lnTo>
                      <a:close/>
                    </a:path>
                  </a:pathLst>
                </a:custGeom>
                <a:gradFill rotWithShape="1">
                  <a:gsLst>
                    <a:gs pos="0">
                      <a:srgbClr val="BBE0E3">
                        <a:alpha val="50000"/>
                      </a:srgbClr>
                    </a:gs>
                    <a:gs pos="100000">
                      <a:srgbClr val="FFFFFF">
                        <a:alpha val="0"/>
                      </a:srgbClr>
                    </a:gs>
                  </a:gsLst>
                  <a:lin ang="5400000" scaled="1"/>
                </a:gradFill>
                <a:ln>
                  <a:noFill/>
                </a:ln>
                <a:effectLst/>
              </p:spPr>
              <p:txBody>
                <a:bodyPr wrap="none" anchor="ct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700" b="0" i="0" u="none" strike="noStrike" kern="0" cap="none" spc="0" normalizeH="0" baseline="0" noProof="0">
                    <a:ln>
                      <a:noFill/>
                    </a:ln>
                    <a:solidFill>
                      <a:srgbClr val="000000"/>
                    </a:solidFill>
                    <a:effectLst/>
                    <a:uLnTx/>
                    <a:uFillTx/>
                    <a:latin typeface="楷体" panose="02010609060101010101" charset="-122"/>
                    <a:ea typeface="楷体" panose="02010609060101010101" charset="-122"/>
                    <a:cs typeface="+mn-cs"/>
                  </a:endParaRPr>
                </a:p>
              </p:txBody>
            </p:sp>
            <p:grpSp>
              <p:nvGrpSpPr>
                <p:cNvPr id="9255" name="组合 49"/>
                <p:cNvGrpSpPr/>
                <p:nvPr/>
              </p:nvGrpSpPr>
              <p:grpSpPr>
                <a:xfrm>
                  <a:off x="1868883" y="1344612"/>
                  <a:ext cx="2221003" cy="524019"/>
                  <a:chOff x="1868883" y="1344612"/>
                  <a:chExt cx="2221003" cy="524019"/>
                </a:xfrm>
              </p:grpSpPr>
              <p:sp>
                <p:nvSpPr>
                  <p:cNvPr id="238" name="Rectangle 6"/>
                  <p:cNvSpPr>
                    <a:spLocks noChangeArrowheads="1"/>
                  </p:cNvSpPr>
                  <p:nvPr/>
                </p:nvSpPr>
                <p:spPr bwMode="auto">
                  <a:xfrm>
                    <a:off x="1868883" y="1369645"/>
                    <a:ext cx="2221003" cy="406778"/>
                  </a:xfrm>
                  <a:prstGeom prst="rect">
                    <a:avLst/>
                  </a:prstGeom>
                  <a:solidFill>
                    <a:srgbClr val="19487C"/>
                  </a:solidFill>
                  <a:ln>
                    <a:noFill/>
                  </a:ln>
                  <a:effectLst/>
                </p:spPr>
                <p:txBody>
                  <a:bodyPr wrap="none" anchor="ct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700" b="0" i="1" u="none" strike="noStrike" kern="0" cap="none" spc="0" normalizeH="0" baseline="0" noProof="0">
                      <a:ln>
                        <a:noFill/>
                      </a:ln>
                      <a:solidFill>
                        <a:srgbClr val="000000"/>
                      </a:solidFill>
                      <a:effectLst/>
                      <a:uLnTx/>
                      <a:uFillTx/>
                      <a:latin typeface="楷体" panose="02010609060101010101" charset="-122"/>
                      <a:ea typeface="楷体" panose="02010609060101010101" charset="-122"/>
                      <a:cs typeface="+mn-cs"/>
                    </a:endParaRPr>
                  </a:p>
                </p:txBody>
              </p:sp>
              <p:sp>
                <p:nvSpPr>
                  <p:cNvPr id="239" name="TextBox 1"/>
                  <p:cNvSpPr txBox="1"/>
                  <p:nvPr/>
                </p:nvSpPr>
                <p:spPr>
                  <a:xfrm>
                    <a:off x="2072599" y="1344612"/>
                    <a:ext cx="1840899" cy="524019"/>
                  </a:xfrm>
                  <a:prstGeom prst="rect">
                    <a:avLst/>
                  </a:prstGeom>
                  <a:noFill/>
                </p:spPr>
                <p:txBody>
                  <a:bodyPr>
                    <a:spAutoFit/>
                  </a:bodyPr>
                  <a:p>
                    <a:pPr marR="0" algn="ctr" defTabSz="914400" fontAlgn="auto">
                      <a:spcBef>
                        <a:spcPts val="0"/>
                      </a:spcBef>
                      <a:spcAft>
                        <a:spcPts val="0"/>
                      </a:spcAft>
                      <a:buClrTx/>
                      <a:buSzTx/>
                      <a:buFontTx/>
                      <a:defRPr/>
                    </a:pPr>
                    <a:r>
                      <a:rPr kumimoji="0" lang="zh-CN" altLang="en-US" sz="2000" b="1" kern="1200" cap="none" spc="0" normalizeH="0" baseline="0" noProof="0" dirty="0">
                        <a:solidFill>
                          <a:srgbClr val="FFFFFF"/>
                        </a:solidFill>
                        <a:effectLst>
                          <a:outerShdw blurRad="38100" dist="38100" dir="2700000" algn="tl">
                            <a:srgbClr val="000000">
                              <a:alpha val="43137"/>
                            </a:srgbClr>
                          </a:outerShdw>
                        </a:effectLst>
                        <a:latin typeface="楷体" panose="02010609060101010101" charset="-122"/>
                        <a:ea typeface="楷体" panose="02010609060101010101" charset="-122"/>
                        <a:cs typeface="+mn-cs"/>
                      </a:rPr>
                      <a:t>优点</a:t>
                    </a:r>
                    <a:endParaRPr kumimoji="0" lang="zh-CN" altLang="en-US" sz="2000" b="1" kern="1200" cap="none" spc="0" normalizeH="0" baseline="0" noProof="0" dirty="0">
                      <a:solidFill>
                        <a:srgbClr val="FFFFFF"/>
                      </a:solidFill>
                      <a:effectLst>
                        <a:outerShdw blurRad="38100" dist="38100" dir="2700000" algn="tl">
                          <a:srgbClr val="000000">
                            <a:alpha val="43137"/>
                          </a:srgbClr>
                        </a:outerShdw>
                      </a:effectLst>
                      <a:latin typeface="楷体" panose="02010609060101010101" charset="-122"/>
                      <a:ea typeface="楷体" panose="02010609060101010101" charset="-122"/>
                      <a:cs typeface="+mn-cs"/>
                    </a:endParaRPr>
                  </a:p>
                </p:txBody>
              </p:sp>
            </p:grpSp>
          </p:grpSp>
        </p:grpSp>
        <p:grpSp>
          <p:nvGrpSpPr>
            <p:cNvPr id="9229" name="组合 253"/>
            <p:cNvGrpSpPr/>
            <p:nvPr/>
          </p:nvGrpSpPr>
          <p:grpSpPr>
            <a:xfrm>
              <a:off x="3024" y="5368"/>
              <a:ext cx="2947" cy="970"/>
              <a:chOff x="683667" y="2060848"/>
              <a:chExt cx="1871895" cy="616303"/>
            </a:xfrm>
          </p:grpSpPr>
          <p:grpSp>
            <p:nvGrpSpPr>
              <p:cNvPr id="9244" name="组合 4"/>
              <p:cNvGrpSpPr/>
              <p:nvPr/>
            </p:nvGrpSpPr>
            <p:grpSpPr>
              <a:xfrm>
                <a:off x="683667" y="2151335"/>
                <a:ext cx="1871895" cy="525816"/>
                <a:chOff x="1752600" y="1388096"/>
                <a:chExt cx="2249625" cy="689931"/>
              </a:xfrm>
            </p:grpSpPr>
            <p:sp>
              <p:nvSpPr>
                <p:cNvPr id="250" name="Rectangle 5"/>
                <p:cNvSpPr>
                  <a:spLocks noChangeArrowheads="1"/>
                </p:cNvSpPr>
                <p:nvPr/>
              </p:nvSpPr>
              <p:spPr bwMode="auto">
                <a:xfrm>
                  <a:off x="1752600" y="1388164"/>
                  <a:ext cx="2249625" cy="564812"/>
                </a:xfrm>
                <a:prstGeom prst="rect">
                  <a:avLst/>
                </a:prstGeom>
                <a:gradFill rotWithShape="1">
                  <a:gsLst>
                    <a:gs pos="0">
                      <a:srgbClr val="DDDDDD"/>
                    </a:gs>
                    <a:gs pos="100000">
                      <a:srgbClr val="FFFFFF"/>
                    </a:gs>
                  </a:gsLst>
                  <a:lin ang="5400000" scaled="1"/>
                </a:gradFill>
                <a:ln>
                  <a:noFill/>
                </a:ln>
                <a:effectLst/>
              </p:spPr>
              <p:txBody>
                <a:bodyPr wrap="none" anchor="ct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1" u="none" strike="noStrike" kern="0" cap="none" spc="0" normalizeH="0" baseline="0" noProof="0">
                    <a:ln>
                      <a:noFill/>
                    </a:ln>
                    <a:solidFill>
                      <a:srgbClr val="000000"/>
                    </a:solidFill>
                    <a:effectLst/>
                    <a:uLnTx/>
                    <a:uFillTx/>
                    <a:latin typeface="楷体" panose="02010609060101010101" charset="-122"/>
                    <a:ea typeface="楷体" panose="02010609060101010101" charset="-122"/>
                    <a:cs typeface="+mn-cs"/>
                  </a:endParaRPr>
                </a:p>
              </p:txBody>
            </p:sp>
            <p:sp>
              <p:nvSpPr>
                <p:cNvPr id="251" name="AutoShape 9"/>
                <p:cNvSpPr>
                  <a:spLocks noChangeArrowheads="1"/>
                </p:cNvSpPr>
                <p:nvPr/>
              </p:nvSpPr>
              <p:spPr bwMode="auto">
                <a:xfrm>
                  <a:off x="1752600" y="1921713"/>
                  <a:ext cx="2249625" cy="156314"/>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2337 w 21600"/>
                    <a:gd name="T13" fmla="*/ 2387 h 21600"/>
                    <a:gd name="T14" fmla="*/ 19263 w 21600"/>
                    <a:gd name="T15" fmla="*/ 19213 h 21600"/>
                  </a:gdLst>
                  <a:ahLst/>
                  <a:cxnLst>
                    <a:cxn ang="T8">
                      <a:pos x="T0" y="T1"/>
                    </a:cxn>
                    <a:cxn ang="T9">
                      <a:pos x="T2" y="T3"/>
                    </a:cxn>
                    <a:cxn ang="T10">
                      <a:pos x="T4" y="T5"/>
                    </a:cxn>
                    <a:cxn ang="T11">
                      <a:pos x="T6" y="T7"/>
                    </a:cxn>
                  </a:cxnLst>
                  <a:rect l="T12" t="T13" r="T14" b="T15"/>
                  <a:pathLst>
                    <a:path w="21600" h="21600">
                      <a:moveTo>
                        <a:pt x="0" y="0"/>
                      </a:moveTo>
                      <a:lnTo>
                        <a:pt x="1072" y="21600"/>
                      </a:lnTo>
                      <a:lnTo>
                        <a:pt x="20528" y="21600"/>
                      </a:lnTo>
                      <a:lnTo>
                        <a:pt x="21600" y="0"/>
                      </a:lnTo>
                      <a:lnTo>
                        <a:pt x="0" y="0"/>
                      </a:lnTo>
                      <a:close/>
                    </a:path>
                  </a:pathLst>
                </a:custGeom>
                <a:gradFill rotWithShape="1">
                  <a:gsLst>
                    <a:gs pos="0">
                      <a:srgbClr val="DDDDDD"/>
                    </a:gs>
                    <a:gs pos="100000">
                      <a:srgbClr val="FFFFFF">
                        <a:alpha val="0"/>
                      </a:srgbClr>
                    </a:gs>
                  </a:gsLst>
                  <a:lin ang="5400000" scaled="1"/>
                </a:gradFill>
                <a:ln>
                  <a:noFill/>
                </a:ln>
                <a:effectLst/>
              </p:spPr>
              <p:txBody>
                <a:bodyPr wrap="none" anchor="ct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楷体" panose="02010609060101010101" charset="-122"/>
                    <a:ea typeface="楷体" panose="02010609060101010101" charset="-122"/>
                    <a:cs typeface="+mn-cs"/>
                  </a:endParaRPr>
                </a:p>
              </p:txBody>
            </p:sp>
          </p:grpSp>
          <p:grpSp>
            <p:nvGrpSpPr>
              <p:cNvPr id="9245" name="组合 32"/>
              <p:cNvGrpSpPr/>
              <p:nvPr/>
            </p:nvGrpSpPr>
            <p:grpSpPr>
              <a:xfrm>
                <a:off x="913883" y="2060848"/>
                <a:ext cx="1419642" cy="495584"/>
                <a:chOff x="1868883" y="1344612"/>
                <a:chExt cx="2221379" cy="650846"/>
              </a:xfrm>
            </p:grpSpPr>
            <p:sp>
              <p:nvSpPr>
                <p:cNvPr id="244" name="AutoShape 10"/>
                <p:cNvSpPr>
                  <a:spLocks noChangeArrowheads="1"/>
                </p:cNvSpPr>
                <p:nvPr/>
              </p:nvSpPr>
              <p:spPr bwMode="auto">
                <a:xfrm>
                  <a:off x="1868883" y="1770165"/>
                  <a:ext cx="2221003" cy="225293"/>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2337 w 21600"/>
                    <a:gd name="T13" fmla="*/ 2387 h 21600"/>
                    <a:gd name="T14" fmla="*/ 19263 w 21600"/>
                    <a:gd name="T15" fmla="*/ 19213 h 21600"/>
                  </a:gdLst>
                  <a:ahLst/>
                  <a:cxnLst>
                    <a:cxn ang="T8">
                      <a:pos x="T0" y="T1"/>
                    </a:cxn>
                    <a:cxn ang="T9">
                      <a:pos x="T2" y="T3"/>
                    </a:cxn>
                    <a:cxn ang="T10">
                      <a:pos x="T4" y="T5"/>
                    </a:cxn>
                    <a:cxn ang="T11">
                      <a:pos x="T6" y="T7"/>
                    </a:cxn>
                  </a:cxnLst>
                  <a:rect l="T12" t="T13" r="T14" b="T15"/>
                  <a:pathLst>
                    <a:path w="21600" h="21600">
                      <a:moveTo>
                        <a:pt x="0" y="0"/>
                      </a:moveTo>
                      <a:lnTo>
                        <a:pt x="1072" y="21600"/>
                      </a:lnTo>
                      <a:lnTo>
                        <a:pt x="20528" y="21600"/>
                      </a:lnTo>
                      <a:lnTo>
                        <a:pt x="21600" y="0"/>
                      </a:lnTo>
                      <a:lnTo>
                        <a:pt x="0" y="0"/>
                      </a:lnTo>
                      <a:close/>
                    </a:path>
                  </a:pathLst>
                </a:custGeom>
                <a:gradFill rotWithShape="1">
                  <a:gsLst>
                    <a:gs pos="0">
                      <a:srgbClr val="BBE0E3">
                        <a:alpha val="50000"/>
                      </a:srgbClr>
                    </a:gs>
                    <a:gs pos="100000">
                      <a:srgbClr val="FFFFFF">
                        <a:alpha val="0"/>
                      </a:srgbClr>
                    </a:gs>
                  </a:gsLst>
                  <a:lin ang="5400000" scaled="1"/>
                </a:gradFill>
                <a:ln>
                  <a:noFill/>
                </a:ln>
                <a:effectLst/>
              </p:spPr>
              <p:txBody>
                <a:bodyPr wrap="none" anchor="ct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700" b="0" i="0" u="none" strike="noStrike" kern="0" cap="none" spc="0" normalizeH="0" baseline="0" noProof="0">
                    <a:ln>
                      <a:noFill/>
                    </a:ln>
                    <a:solidFill>
                      <a:srgbClr val="000000"/>
                    </a:solidFill>
                    <a:effectLst/>
                    <a:uLnTx/>
                    <a:uFillTx/>
                    <a:latin typeface="楷体" panose="02010609060101010101" charset="-122"/>
                    <a:ea typeface="楷体" panose="02010609060101010101" charset="-122"/>
                    <a:cs typeface="+mn-cs"/>
                  </a:endParaRPr>
                </a:p>
              </p:txBody>
            </p:sp>
            <p:grpSp>
              <p:nvGrpSpPr>
                <p:cNvPr id="9247" name="组合 49"/>
                <p:cNvGrpSpPr/>
                <p:nvPr/>
              </p:nvGrpSpPr>
              <p:grpSpPr>
                <a:xfrm>
                  <a:off x="1868883" y="1344612"/>
                  <a:ext cx="2221379" cy="431811"/>
                  <a:chOff x="1868883" y="1344612"/>
                  <a:chExt cx="2221379" cy="431811"/>
                </a:xfrm>
              </p:grpSpPr>
              <p:sp>
                <p:nvSpPr>
                  <p:cNvPr id="248" name="Rectangle 6"/>
                  <p:cNvSpPr>
                    <a:spLocks noChangeArrowheads="1"/>
                  </p:cNvSpPr>
                  <p:nvPr/>
                </p:nvSpPr>
                <p:spPr bwMode="auto">
                  <a:xfrm>
                    <a:off x="1868883" y="1369645"/>
                    <a:ext cx="2221003" cy="406778"/>
                  </a:xfrm>
                  <a:prstGeom prst="rect">
                    <a:avLst/>
                  </a:prstGeom>
                  <a:solidFill>
                    <a:srgbClr val="19487C"/>
                  </a:solidFill>
                  <a:ln>
                    <a:noFill/>
                  </a:ln>
                  <a:effectLst/>
                </p:spPr>
                <p:txBody>
                  <a:bodyPr wrap="none"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700" b="0" i="1" u="none" strike="noStrike" kern="0" cap="none" spc="0" normalizeH="0" baseline="0" noProof="0">
                      <a:ln>
                        <a:noFill/>
                      </a:ln>
                      <a:solidFill>
                        <a:srgbClr val="000000"/>
                      </a:solidFill>
                      <a:effectLst/>
                      <a:uLnTx/>
                      <a:uFillTx/>
                      <a:latin typeface="楷体" panose="02010609060101010101" charset="-122"/>
                      <a:ea typeface="楷体" panose="02010609060101010101" charset="-122"/>
                      <a:cs typeface="+mn-cs"/>
                    </a:endParaRPr>
                  </a:p>
                </p:txBody>
              </p:sp>
              <p:sp>
                <p:nvSpPr>
                  <p:cNvPr id="249" name="TextBox 1"/>
                  <p:cNvSpPr txBox="1"/>
                  <p:nvPr/>
                </p:nvSpPr>
                <p:spPr>
                  <a:xfrm>
                    <a:off x="1868883" y="1344612"/>
                    <a:ext cx="2221379" cy="322088"/>
                  </a:xfrm>
                  <a:prstGeom prst="rect">
                    <a:avLst/>
                  </a:prstGeom>
                  <a:noFill/>
                </p:spPr>
                <p:txBody>
                  <a:bodyPr wrap="square">
                    <a:noAutofit/>
                  </a:bodyPr>
                  <a:p>
                    <a:pPr marR="0" algn="ctr" defTabSz="914400" fontAlgn="auto">
                      <a:spcBef>
                        <a:spcPts val="0"/>
                      </a:spcBef>
                      <a:spcAft>
                        <a:spcPts val="0"/>
                      </a:spcAft>
                      <a:buClrTx/>
                      <a:buSzTx/>
                      <a:buFontTx/>
                      <a:defRPr/>
                    </a:pPr>
                    <a:r>
                      <a:rPr lang="zh-CN" altLang="en-US" sz="2000" b="1" noProof="0" dirty="0">
                        <a:solidFill>
                          <a:srgbClr val="FFFFFF"/>
                        </a:solidFill>
                        <a:effectLst>
                          <a:outerShdw blurRad="38100" dist="38100" dir="2700000" algn="tl">
                            <a:srgbClr val="000000">
                              <a:alpha val="43137"/>
                            </a:srgbClr>
                          </a:outerShdw>
                        </a:effectLst>
                        <a:latin typeface="楷体" panose="02010609060101010101" charset="-122"/>
                        <a:ea typeface="楷体" panose="02010609060101010101" charset="-122"/>
                        <a:sym typeface="+mn-ea"/>
                      </a:rPr>
                      <a:t>应用前景</a:t>
                    </a:r>
                    <a:endParaRPr kumimoji="0" lang="zh-CN" altLang="en-US" sz="2000" b="1" kern="1200" cap="none" spc="0" normalizeH="0" baseline="0" noProof="0" dirty="0">
                      <a:solidFill>
                        <a:srgbClr val="FFFFFF"/>
                      </a:solidFill>
                      <a:effectLst>
                        <a:outerShdw blurRad="38100" dist="38100" dir="2700000" algn="tl">
                          <a:srgbClr val="000000">
                            <a:alpha val="43137"/>
                          </a:srgbClr>
                        </a:outerShdw>
                      </a:effectLst>
                      <a:latin typeface="楷体" panose="02010609060101010101" charset="-122"/>
                      <a:ea typeface="楷体" panose="02010609060101010101" charset="-122"/>
                      <a:cs typeface="+mn-cs"/>
                      <a:sym typeface="+mn-ea"/>
                    </a:endParaRPr>
                  </a:p>
                </p:txBody>
              </p:sp>
            </p:grpSp>
          </p:grpSp>
        </p:grpSp>
        <p:grpSp>
          <p:nvGrpSpPr>
            <p:cNvPr id="9232" name="组合 253"/>
            <p:cNvGrpSpPr/>
            <p:nvPr/>
          </p:nvGrpSpPr>
          <p:grpSpPr>
            <a:xfrm>
              <a:off x="3041" y="7760"/>
              <a:ext cx="2948" cy="970"/>
              <a:chOff x="683667" y="2060848"/>
              <a:chExt cx="1871895" cy="616303"/>
            </a:xfrm>
          </p:grpSpPr>
          <p:grpSp>
            <p:nvGrpSpPr>
              <p:cNvPr id="9236" name="组合 4"/>
              <p:cNvGrpSpPr/>
              <p:nvPr/>
            </p:nvGrpSpPr>
            <p:grpSpPr>
              <a:xfrm>
                <a:off x="683667" y="2151335"/>
                <a:ext cx="1871895" cy="525816"/>
                <a:chOff x="1752600" y="1388096"/>
                <a:chExt cx="2249625" cy="689931"/>
              </a:xfrm>
            </p:grpSpPr>
            <p:sp>
              <p:nvSpPr>
                <p:cNvPr id="261" name="Rectangle 5"/>
                <p:cNvSpPr>
                  <a:spLocks noChangeArrowheads="1"/>
                </p:cNvSpPr>
                <p:nvPr/>
              </p:nvSpPr>
              <p:spPr bwMode="auto">
                <a:xfrm>
                  <a:off x="1752600" y="1388166"/>
                  <a:ext cx="2249625" cy="564811"/>
                </a:xfrm>
                <a:prstGeom prst="rect">
                  <a:avLst/>
                </a:prstGeom>
                <a:gradFill rotWithShape="1">
                  <a:gsLst>
                    <a:gs pos="0">
                      <a:srgbClr val="DDDDDD"/>
                    </a:gs>
                    <a:gs pos="100000">
                      <a:srgbClr val="FFFFFF"/>
                    </a:gs>
                  </a:gsLst>
                  <a:lin ang="5400000" scaled="1"/>
                </a:gradFill>
                <a:ln>
                  <a:noFill/>
                </a:ln>
                <a:effectLst/>
              </p:spPr>
              <p:txBody>
                <a:bodyPr wrap="none" anchor="ct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1" u="none" strike="noStrike" kern="0" cap="none" spc="0" normalizeH="0" baseline="0" noProof="0">
                    <a:ln>
                      <a:noFill/>
                    </a:ln>
                    <a:solidFill>
                      <a:srgbClr val="000000"/>
                    </a:solidFill>
                    <a:effectLst/>
                    <a:uLnTx/>
                    <a:uFillTx/>
                    <a:latin typeface="楷体" panose="02010609060101010101" charset="-122"/>
                    <a:ea typeface="楷体" panose="02010609060101010101" charset="-122"/>
                    <a:cs typeface="+mn-cs"/>
                  </a:endParaRPr>
                </a:p>
              </p:txBody>
            </p:sp>
            <p:sp>
              <p:nvSpPr>
                <p:cNvPr id="262" name="AutoShape 9"/>
                <p:cNvSpPr>
                  <a:spLocks noChangeArrowheads="1"/>
                </p:cNvSpPr>
                <p:nvPr/>
              </p:nvSpPr>
              <p:spPr bwMode="auto">
                <a:xfrm>
                  <a:off x="1752600" y="1921714"/>
                  <a:ext cx="2249625" cy="156313"/>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2337 w 21600"/>
                    <a:gd name="T13" fmla="*/ 2387 h 21600"/>
                    <a:gd name="T14" fmla="*/ 19263 w 21600"/>
                    <a:gd name="T15" fmla="*/ 19213 h 21600"/>
                  </a:gdLst>
                  <a:ahLst/>
                  <a:cxnLst>
                    <a:cxn ang="T8">
                      <a:pos x="T0" y="T1"/>
                    </a:cxn>
                    <a:cxn ang="T9">
                      <a:pos x="T2" y="T3"/>
                    </a:cxn>
                    <a:cxn ang="T10">
                      <a:pos x="T4" y="T5"/>
                    </a:cxn>
                    <a:cxn ang="T11">
                      <a:pos x="T6" y="T7"/>
                    </a:cxn>
                  </a:cxnLst>
                  <a:rect l="T12" t="T13" r="T14" b="T15"/>
                  <a:pathLst>
                    <a:path w="21600" h="21600">
                      <a:moveTo>
                        <a:pt x="0" y="0"/>
                      </a:moveTo>
                      <a:lnTo>
                        <a:pt x="1072" y="21600"/>
                      </a:lnTo>
                      <a:lnTo>
                        <a:pt x="20528" y="21600"/>
                      </a:lnTo>
                      <a:lnTo>
                        <a:pt x="21600" y="0"/>
                      </a:lnTo>
                      <a:lnTo>
                        <a:pt x="0" y="0"/>
                      </a:lnTo>
                      <a:close/>
                    </a:path>
                  </a:pathLst>
                </a:custGeom>
                <a:gradFill rotWithShape="1">
                  <a:gsLst>
                    <a:gs pos="0">
                      <a:srgbClr val="DDDDDD"/>
                    </a:gs>
                    <a:gs pos="100000">
                      <a:srgbClr val="FFFFFF">
                        <a:alpha val="0"/>
                      </a:srgbClr>
                    </a:gs>
                  </a:gsLst>
                  <a:lin ang="5400000" scaled="1"/>
                </a:gradFill>
                <a:ln>
                  <a:noFill/>
                </a:ln>
                <a:effectLst/>
              </p:spPr>
              <p:txBody>
                <a:bodyPr wrap="none" anchor="ct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楷体" panose="02010609060101010101" charset="-122"/>
                    <a:ea typeface="楷体" panose="02010609060101010101" charset="-122"/>
                    <a:cs typeface="+mn-cs"/>
                  </a:endParaRPr>
                </a:p>
              </p:txBody>
            </p:sp>
          </p:grpSp>
          <p:grpSp>
            <p:nvGrpSpPr>
              <p:cNvPr id="9237" name="组合 32"/>
              <p:cNvGrpSpPr/>
              <p:nvPr/>
            </p:nvGrpSpPr>
            <p:grpSpPr>
              <a:xfrm>
                <a:off x="902455" y="2060848"/>
                <a:ext cx="1430830" cy="495584"/>
                <a:chOff x="1851001" y="1344612"/>
                <a:chExt cx="2238886" cy="650846"/>
              </a:xfrm>
            </p:grpSpPr>
            <p:sp>
              <p:nvSpPr>
                <p:cNvPr id="257" name="AutoShape 10"/>
                <p:cNvSpPr>
                  <a:spLocks noChangeArrowheads="1"/>
                </p:cNvSpPr>
                <p:nvPr/>
              </p:nvSpPr>
              <p:spPr bwMode="auto">
                <a:xfrm>
                  <a:off x="1868885" y="1770165"/>
                  <a:ext cx="2221002" cy="225293"/>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2337 w 21600"/>
                    <a:gd name="T13" fmla="*/ 2387 h 21600"/>
                    <a:gd name="T14" fmla="*/ 19263 w 21600"/>
                    <a:gd name="T15" fmla="*/ 19213 h 21600"/>
                  </a:gdLst>
                  <a:ahLst/>
                  <a:cxnLst>
                    <a:cxn ang="T8">
                      <a:pos x="T0" y="T1"/>
                    </a:cxn>
                    <a:cxn ang="T9">
                      <a:pos x="T2" y="T3"/>
                    </a:cxn>
                    <a:cxn ang="T10">
                      <a:pos x="T4" y="T5"/>
                    </a:cxn>
                    <a:cxn ang="T11">
                      <a:pos x="T6" y="T7"/>
                    </a:cxn>
                  </a:cxnLst>
                  <a:rect l="T12" t="T13" r="T14" b="T15"/>
                  <a:pathLst>
                    <a:path w="21600" h="21600">
                      <a:moveTo>
                        <a:pt x="0" y="0"/>
                      </a:moveTo>
                      <a:lnTo>
                        <a:pt x="1072" y="21600"/>
                      </a:lnTo>
                      <a:lnTo>
                        <a:pt x="20528" y="21600"/>
                      </a:lnTo>
                      <a:lnTo>
                        <a:pt x="21600" y="0"/>
                      </a:lnTo>
                      <a:lnTo>
                        <a:pt x="0" y="0"/>
                      </a:lnTo>
                      <a:close/>
                    </a:path>
                  </a:pathLst>
                </a:custGeom>
                <a:gradFill rotWithShape="1">
                  <a:gsLst>
                    <a:gs pos="0">
                      <a:srgbClr val="BBE0E3">
                        <a:alpha val="50000"/>
                      </a:srgbClr>
                    </a:gs>
                    <a:gs pos="100000">
                      <a:srgbClr val="FFFFFF">
                        <a:alpha val="0"/>
                      </a:srgbClr>
                    </a:gs>
                  </a:gsLst>
                  <a:lin ang="5400000" scaled="1"/>
                </a:gradFill>
                <a:ln>
                  <a:noFill/>
                </a:ln>
                <a:effectLst/>
              </p:spPr>
              <p:txBody>
                <a:bodyPr wrap="none" anchor="ct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700" b="0" i="0" u="none" strike="noStrike" kern="0" cap="none" spc="0" normalizeH="0" baseline="0" noProof="0">
                    <a:ln>
                      <a:noFill/>
                    </a:ln>
                    <a:solidFill>
                      <a:srgbClr val="000000"/>
                    </a:solidFill>
                    <a:effectLst/>
                    <a:uLnTx/>
                    <a:uFillTx/>
                    <a:latin typeface="楷体" panose="02010609060101010101" charset="-122"/>
                    <a:ea typeface="楷体" panose="02010609060101010101" charset="-122"/>
                    <a:cs typeface="+mn-cs"/>
                  </a:endParaRPr>
                </a:p>
              </p:txBody>
            </p:sp>
            <p:grpSp>
              <p:nvGrpSpPr>
                <p:cNvPr id="9239" name="组合 49"/>
                <p:cNvGrpSpPr/>
                <p:nvPr/>
              </p:nvGrpSpPr>
              <p:grpSpPr>
                <a:xfrm>
                  <a:off x="1851001" y="1344612"/>
                  <a:ext cx="2238886" cy="524019"/>
                  <a:chOff x="1851001" y="1344612"/>
                  <a:chExt cx="2238886" cy="524019"/>
                </a:xfrm>
              </p:grpSpPr>
              <p:sp>
                <p:nvSpPr>
                  <p:cNvPr id="259" name="Rectangle 6"/>
                  <p:cNvSpPr>
                    <a:spLocks noChangeArrowheads="1"/>
                  </p:cNvSpPr>
                  <p:nvPr/>
                </p:nvSpPr>
                <p:spPr bwMode="auto">
                  <a:xfrm>
                    <a:off x="1868885" y="1369645"/>
                    <a:ext cx="2221002" cy="406779"/>
                  </a:xfrm>
                  <a:prstGeom prst="rect">
                    <a:avLst/>
                  </a:prstGeom>
                  <a:solidFill>
                    <a:srgbClr val="19487C"/>
                  </a:solidFill>
                  <a:ln>
                    <a:noFill/>
                  </a:ln>
                  <a:effectLst/>
                </p:spPr>
                <p:txBody>
                  <a:bodyPr wrap="none" anchor="ct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700" b="0" i="1" u="none" strike="noStrike" kern="0" cap="none" spc="0" normalizeH="0" baseline="0" noProof="0">
                      <a:ln>
                        <a:noFill/>
                      </a:ln>
                      <a:solidFill>
                        <a:srgbClr val="000000"/>
                      </a:solidFill>
                      <a:effectLst/>
                      <a:uLnTx/>
                      <a:uFillTx/>
                      <a:latin typeface="楷体" panose="02010609060101010101" charset="-122"/>
                      <a:ea typeface="楷体" panose="02010609060101010101" charset="-122"/>
                      <a:cs typeface="+mn-cs"/>
                    </a:endParaRPr>
                  </a:p>
                </p:txBody>
              </p:sp>
              <p:sp>
                <p:nvSpPr>
                  <p:cNvPr id="260" name="TextBox 1"/>
                  <p:cNvSpPr txBox="1"/>
                  <p:nvPr/>
                </p:nvSpPr>
                <p:spPr>
                  <a:xfrm>
                    <a:off x="1851001" y="1344612"/>
                    <a:ext cx="2220626" cy="524019"/>
                  </a:xfrm>
                  <a:prstGeom prst="rect">
                    <a:avLst/>
                  </a:prstGeom>
                  <a:noFill/>
                </p:spPr>
                <p:txBody>
                  <a:bodyPr wrap="square">
                    <a:spAutoFit/>
                  </a:bodyPr>
                  <a:p>
                    <a:pPr marR="0" algn="ctr" defTabSz="914400" fontAlgn="auto">
                      <a:spcBef>
                        <a:spcPts val="0"/>
                      </a:spcBef>
                      <a:spcAft>
                        <a:spcPts val="0"/>
                      </a:spcAft>
                      <a:buClrTx/>
                      <a:buSzTx/>
                      <a:buFontTx/>
                      <a:defRPr/>
                    </a:pPr>
                    <a:r>
                      <a:rPr lang="zh-CN" altLang="en-US" sz="2000" b="1" noProof="0" dirty="0">
                        <a:solidFill>
                          <a:srgbClr val="FFFFFF"/>
                        </a:solidFill>
                        <a:effectLst>
                          <a:outerShdw blurRad="38100" dist="38100" dir="2700000" algn="tl">
                            <a:srgbClr val="000000">
                              <a:alpha val="43137"/>
                            </a:srgbClr>
                          </a:outerShdw>
                        </a:effectLst>
                        <a:latin typeface="楷体" panose="02010609060101010101" charset="-122"/>
                        <a:ea typeface="楷体" panose="02010609060101010101" charset="-122"/>
                        <a:sym typeface="+mn-ea"/>
                      </a:rPr>
                      <a:t>研究意义</a:t>
                    </a:r>
                    <a:endParaRPr kumimoji="0" lang="zh-CN" altLang="en-US" sz="2000" b="1" kern="1200" cap="none" spc="0" normalizeH="0" baseline="0" noProof="0" dirty="0">
                      <a:solidFill>
                        <a:srgbClr val="FFFFFF"/>
                      </a:solidFill>
                      <a:effectLst>
                        <a:outerShdw blurRad="38100" dist="38100" dir="2700000" algn="tl">
                          <a:srgbClr val="000000">
                            <a:alpha val="43137"/>
                          </a:srgbClr>
                        </a:outerShdw>
                      </a:effectLst>
                      <a:latin typeface="楷体" panose="02010609060101010101" charset="-122"/>
                      <a:ea typeface="楷体" panose="02010609060101010101" charset="-122"/>
                      <a:cs typeface="+mn-cs"/>
                      <a:sym typeface="+mn-ea"/>
                    </a:endParaRPr>
                  </a:p>
                </p:txBody>
              </p:sp>
            </p:grpSp>
          </p:grpSp>
        </p:grpSp>
      </p:grpSp>
      <p:grpSp>
        <p:nvGrpSpPr>
          <p:cNvPr id="8197" name="组合 191"/>
          <p:cNvGrpSpPr/>
          <p:nvPr/>
        </p:nvGrpSpPr>
        <p:grpSpPr>
          <a:xfrm>
            <a:off x="1270" y="5893435"/>
            <a:ext cx="12210415" cy="965835"/>
            <a:chOff x="-439247" y="8023025"/>
            <a:chExt cx="10081284" cy="2515923"/>
          </a:xfrm>
        </p:grpSpPr>
        <p:sp>
          <p:nvSpPr>
            <p:cNvPr id="185" name="Rectangle 23"/>
            <p:cNvSpPr/>
            <p:nvPr/>
          </p:nvSpPr>
          <p:spPr>
            <a:xfrm rot="5400000">
              <a:off x="3472400" y="4369190"/>
              <a:ext cx="2257333" cy="10080626"/>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rgbClr val="235188"/>
            </a:solidFill>
            <a:ln>
              <a:noFill/>
            </a:ln>
            <a:effectLst/>
          </p:spPr>
          <p:style>
            <a:lnRef idx="1">
              <a:schemeClr val="accent1"/>
            </a:lnRef>
            <a:fillRef idx="3">
              <a:schemeClr val="accent1"/>
            </a:fillRef>
            <a:effectRef idx="2">
              <a:schemeClr val="accent1"/>
            </a:effectRef>
            <a:fontRef idx="minor">
              <a:schemeClr val="lt1"/>
            </a:fontRef>
          </p:style>
        </p:sp>
        <p:sp>
          <p:nvSpPr>
            <p:cNvPr id="186" name="Rectangle 25"/>
            <p:cNvSpPr/>
            <p:nvPr/>
          </p:nvSpPr>
          <p:spPr>
            <a:xfrm rot="5400000">
              <a:off x="3629574" y="4526484"/>
              <a:ext cx="1944300" cy="10080626"/>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rgbClr val="1A5188"/>
            </a:solidFill>
            <a:ln>
              <a:noFill/>
            </a:ln>
            <a:effectLst/>
          </p:spPr>
          <p:style>
            <a:lnRef idx="1">
              <a:schemeClr val="accent1"/>
            </a:lnRef>
            <a:fillRef idx="3">
              <a:schemeClr val="accent1"/>
            </a:fillRef>
            <a:effectRef idx="2">
              <a:schemeClr val="accent1"/>
            </a:effectRef>
            <a:fontRef idx="minor">
              <a:schemeClr val="lt1"/>
            </a:fontRef>
          </p:style>
        </p:sp>
        <p:sp>
          <p:nvSpPr>
            <p:cNvPr id="187" name="Isosceles Triangle 22"/>
            <p:cNvSpPr/>
            <p:nvPr/>
          </p:nvSpPr>
          <p:spPr>
            <a:xfrm rot="5400000">
              <a:off x="1132835" y="6451601"/>
              <a:ext cx="2449818" cy="5592665"/>
            </a:xfrm>
            <a:prstGeom prst="triangle">
              <a:avLst>
                <a:gd name="adj" fmla="val 100000"/>
              </a:avLst>
            </a:prstGeom>
            <a:solidFill>
              <a:srgbClr val="174777"/>
            </a:solidFill>
            <a:ln>
              <a:noFill/>
            </a:ln>
            <a:effectLst/>
          </p:spPr>
          <p:style>
            <a:lnRef idx="1">
              <a:schemeClr val="accent1"/>
            </a:lnRef>
            <a:fillRef idx="3">
              <a:schemeClr val="accent1"/>
            </a:fillRef>
            <a:effectRef idx="2">
              <a:schemeClr val="accent1"/>
            </a:effectRef>
            <a:fontRef idx="minor">
              <a:schemeClr val="lt1"/>
            </a:fontRef>
          </p:style>
        </p:sp>
        <p:sp>
          <p:nvSpPr>
            <p:cNvPr id="188" name="Rectangle 27"/>
            <p:cNvSpPr/>
            <p:nvPr/>
          </p:nvSpPr>
          <p:spPr>
            <a:xfrm rot="5400000">
              <a:off x="3530415" y="4427325"/>
              <a:ext cx="2142619" cy="10080626"/>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rgbClr val="174777"/>
            </a:solidFill>
            <a:ln>
              <a:noFill/>
            </a:ln>
            <a:effectLst/>
          </p:spPr>
          <p:style>
            <a:lnRef idx="1">
              <a:schemeClr val="accent1"/>
            </a:lnRef>
            <a:fillRef idx="3">
              <a:schemeClr val="accent1"/>
            </a:fillRef>
            <a:effectRef idx="2">
              <a:schemeClr val="accent1"/>
            </a:effectRef>
            <a:fontRef idx="minor">
              <a:schemeClr val="lt1"/>
            </a:fontRef>
          </p:style>
        </p:sp>
      </p:grpSp>
      <p:grpSp>
        <p:nvGrpSpPr>
          <p:cNvPr id="13" name="组合 12"/>
          <p:cNvGrpSpPr/>
          <p:nvPr/>
        </p:nvGrpSpPr>
        <p:grpSpPr>
          <a:xfrm>
            <a:off x="3245485" y="1465580"/>
            <a:ext cx="7749540" cy="4024630"/>
            <a:chOff x="6221" y="1930"/>
            <a:chExt cx="12204" cy="6338"/>
          </a:xfrm>
        </p:grpSpPr>
        <p:sp>
          <p:nvSpPr>
            <p:cNvPr id="191" name="Rectangle 5"/>
            <p:cNvSpPr>
              <a:spLocks noChangeArrowheads="1"/>
            </p:cNvSpPr>
            <p:nvPr/>
          </p:nvSpPr>
          <p:spPr bwMode="auto">
            <a:xfrm rot="10800000">
              <a:off x="6221" y="4986"/>
              <a:ext cx="12204" cy="3282"/>
            </a:xfrm>
            <a:prstGeom prst="rect">
              <a:avLst/>
            </a:prstGeom>
            <a:gradFill rotWithShape="1">
              <a:gsLst>
                <a:gs pos="0">
                  <a:srgbClr val="DDDDDD"/>
                </a:gs>
                <a:gs pos="100000">
                  <a:srgbClr val="FFFFFF"/>
                </a:gs>
              </a:gsLst>
              <a:lin ang="5400000" scaled="1"/>
            </a:gradFill>
            <a:ln>
              <a:noFill/>
            </a:ln>
            <a:effectLst/>
          </p:spPr>
          <p:txBody>
            <a:bodyPr wrap="none" anchor="ct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1" u="none" strike="noStrike" kern="0" cap="none" spc="0" normalizeH="0" baseline="0" noProof="0">
                <a:ln>
                  <a:noFill/>
                </a:ln>
                <a:solidFill>
                  <a:srgbClr val="000000"/>
                </a:solidFill>
                <a:effectLst/>
                <a:uLnTx/>
                <a:uFillTx/>
                <a:latin typeface="楷体" panose="02010609060101010101" charset="-122"/>
                <a:ea typeface="楷体" panose="02010609060101010101" charset="-122"/>
                <a:cs typeface="+mn-cs"/>
              </a:endParaRPr>
            </a:p>
          </p:txBody>
        </p:sp>
        <p:sp>
          <p:nvSpPr>
            <p:cNvPr id="190" name="Rectangle 5"/>
            <p:cNvSpPr>
              <a:spLocks noChangeArrowheads="1"/>
            </p:cNvSpPr>
            <p:nvPr/>
          </p:nvSpPr>
          <p:spPr bwMode="auto">
            <a:xfrm>
              <a:off x="10204" y="1949"/>
              <a:ext cx="7985" cy="980"/>
            </a:xfrm>
            <a:prstGeom prst="rect">
              <a:avLst/>
            </a:prstGeom>
            <a:gradFill rotWithShape="1">
              <a:gsLst>
                <a:gs pos="0">
                  <a:srgbClr val="DDDDDD"/>
                </a:gs>
                <a:gs pos="100000">
                  <a:srgbClr val="FFFFFF"/>
                </a:gs>
              </a:gsLst>
              <a:lin ang="5400000" scaled="1"/>
            </a:gradFill>
            <a:ln>
              <a:noFill/>
            </a:ln>
            <a:effectLst/>
          </p:spPr>
          <p:txBody>
            <a:bodyPr wrap="none" anchor="ct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1" u="none" strike="noStrike" kern="0" cap="none" spc="0" normalizeH="0" baseline="0" noProof="0">
                <a:ln>
                  <a:noFill/>
                </a:ln>
                <a:solidFill>
                  <a:srgbClr val="000000"/>
                </a:solidFill>
                <a:effectLst/>
                <a:uLnTx/>
                <a:uFillTx/>
                <a:latin typeface="楷体" panose="02010609060101010101" charset="-122"/>
                <a:ea typeface="楷体" panose="02010609060101010101" charset="-122"/>
                <a:cs typeface="+mn-cs"/>
              </a:endParaRPr>
            </a:p>
          </p:txBody>
        </p:sp>
        <p:sp>
          <p:nvSpPr>
            <p:cNvPr id="189" name="Rectangle 5"/>
            <p:cNvSpPr>
              <a:spLocks noChangeArrowheads="1"/>
            </p:cNvSpPr>
            <p:nvPr/>
          </p:nvSpPr>
          <p:spPr bwMode="auto">
            <a:xfrm>
              <a:off x="6221" y="1930"/>
              <a:ext cx="8843" cy="1018"/>
            </a:xfrm>
            <a:prstGeom prst="rect">
              <a:avLst/>
            </a:prstGeom>
            <a:gradFill rotWithShape="1">
              <a:gsLst>
                <a:gs pos="0">
                  <a:srgbClr val="DDDDDD"/>
                </a:gs>
                <a:gs pos="100000">
                  <a:srgbClr val="FFFFFF"/>
                </a:gs>
              </a:gsLst>
              <a:lin ang="5400000" scaled="1"/>
            </a:gradFill>
            <a:ln>
              <a:noFill/>
            </a:ln>
            <a:effectLst/>
          </p:spPr>
          <p:txBody>
            <a:bodyPr wrap="none" anchor="ct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1" u="none" strike="noStrike" kern="0" cap="none" spc="0" normalizeH="0" baseline="0" noProof="0">
                <a:ln>
                  <a:noFill/>
                </a:ln>
                <a:solidFill>
                  <a:srgbClr val="000000"/>
                </a:solidFill>
                <a:effectLst/>
                <a:uLnTx/>
                <a:uFillTx/>
                <a:latin typeface="楷体" panose="02010609060101010101" charset="-122"/>
                <a:ea typeface="楷体" panose="02010609060101010101" charset="-122"/>
                <a:cs typeface="+mn-cs"/>
              </a:endParaRPr>
            </a:p>
          </p:txBody>
        </p:sp>
      </p:grpSp>
      <p:sp>
        <p:nvSpPr>
          <p:cNvPr id="24" name="文本框 23"/>
          <p:cNvSpPr txBox="1"/>
          <p:nvPr/>
        </p:nvSpPr>
        <p:spPr>
          <a:xfrm>
            <a:off x="3185795" y="1508760"/>
            <a:ext cx="7611110" cy="1198880"/>
          </a:xfrm>
          <a:prstGeom prst="rect">
            <a:avLst/>
          </a:prstGeom>
          <a:noFill/>
        </p:spPr>
        <p:txBody>
          <a:bodyPr wrap="square" rtlCol="0" anchor="t">
            <a:spAutoFit/>
          </a:bodyPr>
          <a:p>
            <a:pPr indent="457200" fontAlgn="auto">
              <a:extLst>
                <a:ext uri="{35155182-B16C-46BC-9424-99874614C6A1}">
                  <wpsdc:indentchars xmlns:wpsdc="http://www.wps.cn/officeDocument/2017/drawingmlCustomData" val="200" checksum="59296752"/>
                </a:ext>
              </a:extLst>
            </a:pPr>
            <a:r>
              <a:rPr>
                <a:latin typeface="Times New Roman" panose="02020603050405020304" charset="0"/>
                <a:cs typeface="Times New Roman" panose="02020603050405020304" charset="0"/>
              </a:rPr>
              <a:t>具有</a:t>
            </a:r>
            <a:r>
              <a:rPr b="1">
                <a:latin typeface="Times New Roman" panose="02020603050405020304" charset="0"/>
                <a:cs typeface="Times New Roman" panose="02020603050405020304" charset="0"/>
              </a:rPr>
              <a:t>密度低、比强度及比模量高、抗烧蚀、摩擦磨损性能优良</a:t>
            </a:r>
            <a:r>
              <a:rPr>
                <a:latin typeface="Times New Roman" panose="02020603050405020304" charset="0"/>
                <a:cs typeface="Times New Roman" panose="02020603050405020304" charset="0"/>
              </a:rPr>
              <a:t>等优点，从而呈现出良好的综合性能，尤其在远高于 1000℃的惰性气氛中能保持强度</a:t>
            </a:r>
            <a:r>
              <a:rPr lang="zh-CN">
                <a:latin typeface="Times New Roman" panose="02020603050405020304" charset="0"/>
                <a:cs typeface="Times New Roman" panose="02020603050405020304" charset="0"/>
              </a:rPr>
              <a:t>。此外，具有优异的</a:t>
            </a:r>
            <a:r>
              <a:rPr lang="zh-CN" b="1">
                <a:latin typeface="Times New Roman" panose="02020603050405020304" charset="0"/>
                <a:cs typeface="Times New Roman" panose="02020603050405020304" charset="0"/>
              </a:rPr>
              <a:t>可设计性和可加工性能</a:t>
            </a:r>
            <a:r>
              <a:rPr lang="zh-CN">
                <a:latin typeface="Times New Roman" panose="02020603050405020304" charset="0"/>
                <a:cs typeface="Times New Roman" panose="02020603050405020304" charset="0"/>
              </a:rPr>
              <a:t>，较易得到符合服役工况所需的结构和性能。</a:t>
            </a:r>
            <a:endParaRPr lang="zh-CN">
              <a:latin typeface="Times New Roman" panose="02020603050405020304" charset="0"/>
              <a:cs typeface="Times New Roman" panose="02020603050405020304" charset="0"/>
            </a:endParaRPr>
          </a:p>
        </p:txBody>
      </p:sp>
      <p:sp>
        <p:nvSpPr>
          <p:cNvPr id="14" name="文本框 13"/>
          <p:cNvSpPr txBox="1"/>
          <p:nvPr/>
        </p:nvSpPr>
        <p:spPr>
          <a:xfrm>
            <a:off x="3314700" y="2971800"/>
            <a:ext cx="7611110" cy="922020"/>
          </a:xfrm>
          <a:prstGeom prst="rect">
            <a:avLst/>
          </a:prstGeom>
          <a:noFill/>
        </p:spPr>
        <p:txBody>
          <a:bodyPr wrap="square" rtlCol="0" anchor="t">
            <a:spAutoFit/>
          </a:bodyPr>
          <a:p>
            <a:pPr indent="457200" fontAlgn="auto">
              <a:extLst>
                <a:ext uri="{35155182-B16C-46BC-9424-99874614C6A1}">
                  <wpsdc:indentchars xmlns:wpsdc="http://www.wps.cn/officeDocument/2017/drawingmlCustomData" val="200" checksum="59296752"/>
                </a:ext>
              </a:extLst>
            </a:pPr>
            <a:r>
              <a:rPr>
                <a:latin typeface="Times New Roman" panose="02020603050405020304" charset="0"/>
                <a:cs typeface="Times New Roman" panose="02020603050405020304" charset="0"/>
              </a:rPr>
              <a:t>喷管的各个部位，如喉部、扩张段、头帽等均有</a:t>
            </a:r>
            <a:r>
              <a:rPr lang="zh-CN">
                <a:latin typeface="Times New Roman" panose="02020603050405020304" charset="0"/>
                <a:cs typeface="Times New Roman" panose="02020603050405020304" charset="0"/>
              </a:rPr>
              <a:t>二维</a:t>
            </a:r>
            <a:r>
              <a:rPr>
                <a:latin typeface="Times New Roman" panose="02020603050405020304" charset="0"/>
                <a:cs typeface="Times New Roman" panose="02020603050405020304" charset="0"/>
              </a:rPr>
              <a:t>碳/碳复合材料的应用，使喷管结构大大简化，实现了轻质、高效率和高可靠性</a:t>
            </a:r>
            <a:r>
              <a:rPr lang="zh-CN">
                <a:latin typeface="Times New Roman" panose="02020603050405020304" charset="0"/>
                <a:cs typeface="Times New Roman" panose="02020603050405020304" charset="0"/>
              </a:rPr>
              <a:t>，一</a:t>
            </a:r>
            <a:r>
              <a:rPr>
                <a:latin typeface="Times New Roman" panose="02020603050405020304" charset="0"/>
                <a:cs typeface="Times New Roman" panose="02020603050405020304" charset="0"/>
                <a:sym typeface="+mn-ea"/>
              </a:rPr>
              <a:t>直是新型</a:t>
            </a:r>
            <a:r>
              <a:rPr b="1">
                <a:latin typeface="Times New Roman" panose="02020603050405020304" charset="0"/>
                <a:cs typeface="Times New Roman" panose="02020603050405020304" charset="0"/>
                <a:sym typeface="+mn-ea"/>
              </a:rPr>
              <a:t>航天飞行器热防护</a:t>
            </a:r>
            <a:r>
              <a:rPr>
                <a:latin typeface="Times New Roman" panose="02020603050405020304" charset="0"/>
                <a:cs typeface="Times New Roman" panose="02020603050405020304" charset="0"/>
                <a:sym typeface="+mn-ea"/>
              </a:rPr>
              <a:t>领域的研究重点和热点。</a:t>
            </a:r>
            <a:endParaRPr>
              <a:latin typeface="Times New Roman" panose="02020603050405020304" charset="0"/>
              <a:cs typeface="Times New Roman" panose="02020603050405020304" charset="0"/>
              <a:sym typeface="+mn-ea"/>
            </a:endParaRPr>
          </a:p>
        </p:txBody>
      </p:sp>
      <p:sp>
        <p:nvSpPr>
          <p:cNvPr id="15" name="文本框 14"/>
          <p:cNvSpPr txBox="1"/>
          <p:nvPr/>
        </p:nvSpPr>
        <p:spPr>
          <a:xfrm>
            <a:off x="3245485" y="4322445"/>
            <a:ext cx="7611110" cy="922020"/>
          </a:xfrm>
          <a:prstGeom prst="rect">
            <a:avLst/>
          </a:prstGeom>
          <a:noFill/>
        </p:spPr>
        <p:txBody>
          <a:bodyPr wrap="square" rtlCol="0" anchor="t">
            <a:spAutoFit/>
          </a:bodyPr>
          <a:p>
            <a:pPr indent="457200" fontAlgn="auto">
              <a:extLst>
                <a:ext uri="{35155182-B16C-46BC-9424-99874614C6A1}">
                  <wpsdc:indentchars xmlns:wpsdc="http://www.wps.cn/officeDocument/2017/drawingmlCustomData" val="200" checksum="59296752"/>
                </a:ext>
              </a:extLst>
            </a:pPr>
            <a:r>
              <a:rPr>
                <a:latin typeface="Times New Roman" panose="02020603050405020304" charset="0"/>
                <a:cs typeface="Times New Roman" panose="02020603050405020304" charset="0"/>
              </a:rPr>
              <a:t>其最终性能受制于纤维 / 基体界面、碳基体织构、碳纤维的种类及体积分数、孔洞缺陷以及材料制备工艺等</a:t>
            </a:r>
            <a:r>
              <a:rPr lang="zh-CN">
                <a:latin typeface="Times New Roman" panose="02020603050405020304" charset="0"/>
                <a:cs typeface="Times New Roman" panose="02020603050405020304" charset="0"/>
              </a:rPr>
              <a:t>。因此，有必要通过明晰这些因素对力学性能的影响趋势，指出二维碳 / 碳复合材料的力学性能</a:t>
            </a:r>
            <a:r>
              <a:rPr lang="zh-CN" b="1">
                <a:latin typeface="Times New Roman" panose="02020603050405020304" charset="0"/>
                <a:cs typeface="Times New Roman" panose="02020603050405020304" charset="0"/>
              </a:rPr>
              <a:t>进一步优化方向。</a:t>
            </a:r>
            <a:endParaRPr lang="zh-CN" b="1">
              <a:latin typeface="Times New Roman" panose="02020603050405020304" charset="0"/>
              <a:cs typeface="Times New Roman" panose="02020603050405020304" charset="0"/>
            </a:endParaRPr>
          </a:p>
        </p:txBody>
      </p:sp>
      <p:grpSp>
        <p:nvGrpSpPr>
          <p:cNvPr id="16" name="组合 15"/>
          <p:cNvGrpSpPr/>
          <p:nvPr/>
        </p:nvGrpSpPr>
        <p:grpSpPr>
          <a:xfrm>
            <a:off x="76835" y="167005"/>
            <a:ext cx="3108960" cy="521970"/>
            <a:chOff x="121" y="263"/>
            <a:chExt cx="4896" cy="822"/>
          </a:xfrm>
        </p:grpSpPr>
        <p:sp>
          <p:nvSpPr>
            <p:cNvPr id="17" name="五边形 16"/>
            <p:cNvSpPr/>
            <p:nvPr/>
          </p:nvSpPr>
          <p:spPr>
            <a:xfrm rot="5400000">
              <a:off x="75" y="444"/>
              <a:ext cx="552" cy="460"/>
            </a:xfrm>
            <a:prstGeom prst="homePlate">
              <a:avLst/>
            </a:prstGeom>
            <a:solidFill>
              <a:srgbClr val="19487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cxnSp>
          <p:nvCxnSpPr>
            <p:cNvPr id="18" name="直接连接符 17"/>
            <p:cNvCxnSpPr/>
            <p:nvPr/>
          </p:nvCxnSpPr>
          <p:spPr>
            <a:xfrm>
              <a:off x="726" y="382"/>
              <a:ext cx="0" cy="568"/>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9" name="TextBox 3"/>
            <p:cNvSpPr txBox="1">
              <a:spLocks noChangeArrowheads="1"/>
            </p:cNvSpPr>
            <p:nvPr/>
          </p:nvSpPr>
          <p:spPr bwMode="auto">
            <a:xfrm>
              <a:off x="726" y="263"/>
              <a:ext cx="4291" cy="822"/>
            </a:xfrm>
            <a:prstGeom prst="rect">
              <a:avLst/>
            </a:prstGeom>
            <a:noFill/>
            <a:ln w="9525">
              <a:noFill/>
              <a:miter lim="800000"/>
            </a:ln>
          </p:spPr>
          <p:txBody>
            <a:bodyPr wrap="square">
              <a:spAutoFit/>
            </a:bodyPr>
            <a:p>
              <a:pPr marR="0" defTabSz="914400">
                <a:buClrTx/>
                <a:buSzTx/>
                <a:buFontTx/>
                <a:defRPr/>
              </a:pPr>
              <a:r>
                <a:rPr kumimoji="0" lang="zh-CN" altLang="en-US" sz="2800" b="1" kern="1200" cap="none" spc="0" normalizeH="0" baseline="0" noProof="0" dirty="0">
                  <a:solidFill>
                    <a:schemeClr val="tx2">
                      <a:lumMod val="75000"/>
                    </a:schemeClr>
                  </a:solidFill>
                  <a:latin typeface="楷体" panose="02010609060101010101" charset="-122"/>
                  <a:ea typeface="楷体" panose="02010609060101010101" charset="-122"/>
                  <a:cs typeface="+mn-cs"/>
                </a:rPr>
                <a:t>背景意义</a:t>
              </a:r>
              <a:endParaRPr kumimoji="0" lang="zh-CN" altLang="en-US" sz="2800" b="1" kern="1200" cap="none" spc="0" normalizeH="0" baseline="0" noProof="0" dirty="0">
                <a:solidFill>
                  <a:schemeClr val="tx2">
                    <a:lumMod val="75000"/>
                  </a:schemeClr>
                </a:solidFill>
                <a:latin typeface="楷体" panose="02010609060101010101" charset="-122"/>
                <a:ea typeface="楷体" panose="02010609060101010101" charset="-122"/>
                <a:cs typeface="+mn-cs"/>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Freeform 26"/>
          <p:cNvSpPr/>
          <p:nvPr/>
        </p:nvSpPr>
        <p:spPr bwMode="auto">
          <a:xfrm rot="5400000">
            <a:off x="-3042493" y="2964392"/>
            <a:ext cx="6857997" cy="929221"/>
          </a:xfrm>
          <a:custGeom>
            <a:avLst/>
            <a:gdLst/>
            <a:ahLst/>
            <a:cxnLst>
              <a:cxn ang="0">
                <a:pos x="2861" y="904"/>
              </a:cxn>
              <a:cxn ang="0">
                <a:pos x="2861" y="0"/>
              </a:cxn>
              <a:cxn ang="0">
                <a:pos x="1382" y="332"/>
              </a:cxn>
              <a:cxn ang="0">
                <a:pos x="0" y="46"/>
              </a:cxn>
              <a:cxn ang="0">
                <a:pos x="0" y="904"/>
              </a:cxn>
              <a:cxn ang="0">
                <a:pos x="2861" y="904"/>
              </a:cxn>
            </a:cxnLst>
            <a:rect l="0" t="0" r="r" b="b"/>
            <a:pathLst>
              <a:path w="2861" h="904">
                <a:moveTo>
                  <a:pt x="2861" y="904"/>
                </a:moveTo>
                <a:cubicBezTo>
                  <a:pt x="2861" y="0"/>
                  <a:pt x="2861" y="0"/>
                  <a:pt x="2861" y="0"/>
                </a:cubicBezTo>
                <a:cubicBezTo>
                  <a:pt x="2414" y="221"/>
                  <a:pt x="1921" y="332"/>
                  <a:pt x="1382" y="332"/>
                </a:cubicBezTo>
                <a:cubicBezTo>
                  <a:pt x="882" y="332"/>
                  <a:pt x="421" y="237"/>
                  <a:pt x="0" y="46"/>
                </a:cubicBezTo>
                <a:cubicBezTo>
                  <a:pt x="0" y="904"/>
                  <a:pt x="0" y="904"/>
                  <a:pt x="0" y="904"/>
                </a:cubicBezTo>
                <a:cubicBezTo>
                  <a:pt x="2861" y="904"/>
                  <a:pt x="2861" y="904"/>
                  <a:pt x="2861" y="904"/>
                </a:cubicBezTo>
                <a:close/>
              </a:path>
            </a:pathLst>
          </a:custGeom>
          <a:gradFill flip="none" rotWithShape="1">
            <a:gsLst>
              <a:gs pos="0">
                <a:schemeClr val="bg1">
                  <a:lumMod val="75000"/>
                </a:schemeClr>
              </a:gs>
              <a:gs pos="59000">
                <a:schemeClr val="bg1">
                  <a:lumMod val="95000"/>
                </a:schemeClr>
              </a:gs>
              <a:gs pos="100000">
                <a:schemeClr val="bg1">
                  <a:lumMod val="75000"/>
                </a:schemeClr>
              </a:gs>
            </a:gsLst>
            <a:path path="circle">
              <a:fillToRect l="100000" t="100000"/>
            </a:path>
            <a:tileRect r="-100000" b="-100000"/>
          </a:gradFill>
          <a:ln w="9525">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8" name="Freeform 107"/>
          <p:cNvSpPr/>
          <p:nvPr/>
        </p:nvSpPr>
        <p:spPr bwMode="auto">
          <a:xfrm rot="5400000">
            <a:off x="-2343825" y="2352649"/>
            <a:ext cx="6857999" cy="2152708"/>
          </a:xfrm>
          <a:custGeom>
            <a:avLst/>
            <a:gdLst/>
            <a:ahLst/>
            <a:cxnLst>
              <a:cxn ang="0">
                <a:pos x="2129" y="670"/>
              </a:cxn>
              <a:cxn ang="0">
                <a:pos x="2129" y="640"/>
              </a:cxn>
              <a:cxn ang="0">
                <a:pos x="0" y="0"/>
              </a:cxn>
              <a:cxn ang="0">
                <a:pos x="0" y="688"/>
              </a:cxn>
              <a:cxn ang="0">
                <a:pos x="1053" y="1054"/>
              </a:cxn>
              <a:cxn ang="0">
                <a:pos x="2129" y="670"/>
              </a:cxn>
            </a:cxnLst>
            <a:rect l="0" t="0" r="r" b="b"/>
            <a:pathLst>
              <a:path w="2129" h="1054">
                <a:moveTo>
                  <a:pt x="2129" y="670"/>
                </a:moveTo>
                <a:cubicBezTo>
                  <a:pt x="2129" y="640"/>
                  <a:pt x="2129" y="640"/>
                  <a:pt x="2129" y="640"/>
                </a:cubicBezTo>
                <a:cubicBezTo>
                  <a:pt x="1070" y="830"/>
                  <a:pt x="360" y="617"/>
                  <a:pt x="0" y="0"/>
                </a:cubicBezTo>
                <a:cubicBezTo>
                  <a:pt x="0" y="688"/>
                  <a:pt x="0" y="688"/>
                  <a:pt x="0" y="688"/>
                </a:cubicBezTo>
                <a:cubicBezTo>
                  <a:pt x="310" y="932"/>
                  <a:pt x="661" y="1054"/>
                  <a:pt x="1053" y="1054"/>
                </a:cubicBezTo>
                <a:cubicBezTo>
                  <a:pt x="1454" y="1054"/>
                  <a:pt x="1813" y="926"/>
                  <a:pt x="2129" y="670"/>
                </a:cubicBezTo>
                <a:close/>
              </a:path>
            </a:pathLst>
          </a:custGeom>
          <a:solidFill>
            <a:srgbClr val="19487C"/>
          </a:solidFill>
          <a:ln w="9525">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2" name="标题 1"/>
          <p:cNvSpPr txBox="1"/>
          <p:nvPr/>
        </p:nvSpPr>
        <p:spPr>
          <a:xfrm>
            <a:off x="5231130" y="2115185"/>
            <a:ext cx="4157980" cy="85725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4800" dirty="0" smtClean="0">
                <a:solidFill>
                  <a:srgbClr val="19487C"/>
                </a:solidFill>
                <a:latin typeface="楷体" panose="02010609060101010101" charset="-122"/>
                <a:ea typeface="楷体" panose="02010609060101010101" charset="-122"/>
                <a:cs typeface="楷体" panose="02010609060101010101" charset="-122"/>
              </a:rPr>
              <a:t>研究内容</a:t>
            </a:r>
            <a:endParaRPr kumimoji="1" lang="zh-CN" altLang="en-US" sz="4800" dirty="0" smtClean="0">
              <a:solidFill>
                <a:srgbClr val="19487C"/>
              </a:solidFill>
              <a:latin typeface="楷体" panose="02010609060101010101" charset="-122"/>
              <a:ea typeface="楷体" panose="02010609060101010101" charset="-122"/>
              <a:cs typeface="楷体" panose="02010609060101010101" charset="-122"/>
            </a:endParaRPr>
          </a:p>
        </p:txBody>
      </p:sp>
      <p:sp>
        <p:nvSpPr>
          <p:cNvPr id="27" name="椭圆 26"/>
          <p:cNvSpPr/>
          <p:nvPr/>
        </p:nvSpPr>
        <p:spPr>
          <a:xfrm>
            <a:off x="4114842" y="2115256"/>
            <a:ext cx="754980" cy="781014"/>
          </a:xfrm>
          <a:prstGeom prst="ellipse">
            <a:avLst/>
          </a:prstGeom>
          <a:solidFill>
            <a:srgbClr val="19487C"/>
          </a:solidFill>
          <a:ln>
            <a:solidFill>
              <a:srgbClr val="F8EDEE"/>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35" tIns="45717" rIns="91435" bIns="45717" numCol="1" spcCol="0" rtlCol="0" fromWordArt="0" anchor="ctr" anchorCtr="0" forceAA="0" compatLnSpc="1">
            <a:noAutofit/>
          </a:bodyPr>
          <a:p>
            <a:pPr algn="ctr"/>
            <a:r>
              <a:rPr lang="en-US" altLang="zh-CN" sz="3600"/>
              <a:t>2</a:t>
            </a:r>
            <a:endParaRPr lang="en-US" altLang="zh-CN" sz="3600"/>
          </a:p>
        </p:txBody>
      </p:sp>
      <p:pic>
        <p:nvPicPr>
          <p:cNvPr id="18" name="图片 17" descr="&amp;pky734654077&amp;"/>
          <p:cNvPicPr>
            <a:picLocks noChangeAspect="1"/>
          </p:cNvPicPr>
          <p:nvPr/>
        </p:nvPicPr>
        <p:blipFill>
          <a:blip r:embed="rId1">
            <a:clrChange>
              <a:clrFrom>
                <a:srgbClr val="FFFFFF">
                  <a:alpha val="100000"/>
                </a:srgbClr>
              </a:clrFrom>
              <a:clrTo>
                <a:srgbClr val="FFFFFF">
                  <a:alpha val="100000"/>
                  <a:alpha val="0"/>
                </a:srgbClr>
              </a:clrTo>
            </a:clrChange>
            <a:lum bright="70000" contrast="-70000"/>
          </a:blip>
          <a:stretch>
            <a:fillRect/>
          </a:stretch>
        </p:blipFill>
        <p:spPr>
          <a:xfrm>
            <a:off x="1869440" y="3228340"/>
            <a:ext cx="10235565" cy="362966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9" name="组合 8"/>
          <p:cNvGrpSpPr/>
          <p:nvPr/>
        </p:nvGrpSpPr>
        <p:grpSpPr>
          <a:xfrm>
            <a:off x="76835" y="167005"/>
            <a:ext cx="8974455" cy="521970"/>
            <a:chOff x="121" y="263"/>
            <a:chExt cx="14133" cy="822"/>
          </a:xfrm>
        </p:grpSpPr>
        <p:sp>
          <p:nvSpPr>
            <p:cNvPr id="2" name="五边形 1"/>
            <p:cNvSpPr/>
            <p:nvPr/>
          </p:nvSpPr>
          <p:spPr>
            <a:xfrm rot="5400000">
              <a:off x="75" y="444"/>
              <a:ext cx="552" cy="460"/>
            </a:xfrm>
            <a:prstGeom prst="homePlate">
              <a:avLst/>
            </a:prstGeom>
            <a:solidFill>
              <a:srgbClr val="19487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cxnSp>
          <p:nvCxnSpPr>
            <p:cNvPr id="5" name="直接连接符 4"/>
            <p:cNvCxnSpPr/>
            <p:nvPr/>
          </p:nvCxnSpPr>
          <p:spPr>
            <a:xfrm>
              <a:off x="726" y="382"/>
              <a:ext cx="0" cy="568"/>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9221" name="TextBox 3"/>
            <p:cNvSpPr txBox="1">
              <a:spLocks noChangeArrowheads="1"/>
            </p:cNvSpPr>
            <p:nvPr/>
          </p:nvSpPr>
          <p:spPr bwMode="auto">
            <a:xfrm>
              <a:off x="726" y="263"/>
              <a:ext cx="13528" cy="822"/>
            </a:xfrm>
            <a:prstGeom prst="rect">
              <a:avLst/>
            </a:prstGeom>
            <a:noFill/>
            <a:ln w="9525">
              <a:noFill/>
              <a:miter lim="800000"/>
            </a:ln>
          </p:spPr>
          <p:txBody>
            <a:bodyPr wrap="square">
              <a:spAutoFit/>
            </a:bodyPr>
            <a:p>
              <a:pPr marR="0" defTabSz="914400">
                <a:buClrTx/>
                <a:buSzTx/>
                <a:buFontTx/>
                <a:defRPr/>
              </a:pPr>
              <a:r>
                <a:rPr kumimoji="0" lang="en-US" altLang="zh-CN" sz="2800" b="1" kern="1200" cap="none" spc="0" normalizeH="0" baseline="0" noProof="0" dirty="0">
                  <a:solidFill>
                    <a:schemeClr val="tx2">
                      <a:lumMod val="75000"/>
                    </a:schemeClr>
                  </a:solidFill>
                  <a:latin typeface="楷体" panose="02010609060101010101" charset="-122"/>
                  <a:ea typeface="楷体" panose="02010609060101010101" charset="-122"/>
                  <a:cs typeface="+mn-cs"/>
                </a:rPr>
                <a:t>2.1碳基体对二维碳/碳复合材料力学性能的影响</a:t>
              </a:r>
              <a:endParaRPr kumimoji="0" lang="en-US" altLang="zh-CN" sz="2800" b="1" kern="1200" cap="none" spc="0" normalizeH="0" baseline="0" noProof="0" dirty="0">
                <a:solidFill>
                  <a:schemeClr val="tx2">
                    <a:lumMod val="75000"/>
                  </a:schemeClr>
                </a:solidFill>
                <a:latin typeface="楷体" panose="02010609060101010101" charset="-122"/>
                <a:ea typeface="楷体" panose="02010609060101010101" charset="-122"/>
                <a:cs typeface="+mn-cs"/>
              </a:endParaRPr>
            </a:p>
          </p:txBody>
        </p:sp>
      </p:grpSp>
      <p:pic>
        <p:nvPicPr>
          <p:cNvPr id="3" name="图片 2" descr="微信截图_20230606150743"/>
          <p:cNvPicPr>
            <a:picLocks noChangeAspect="1"/>
          </p:cNvPicPr>
          <p:nvPr/>
        </p:nvPicPr>
        <p:blipFill>
          <a:blip r:embed="rId1"/>
          <a:stretch>
            <a:fillRect/>
          </a:stretch>
        </p:blipFill>
        <p:spPr>
          <a:xfrm>
            <a:off x="1210310" y="2559050"/>
            <a:ext cx="9771380" cy="2719070"/>
          </a:xfrm>
          <a:prstGeom prst="rect">
            <a:avLst/>
          </a:prstGeom>
        </p:spPr>
      </p:pic>
      <p:sp>
        <p:nvSpPr>
          <p:cNvPr id="7" name="AutoShape 4"/>
          <p:cNvSpPr/>
          <p:nvPr/>
        </p:nvSpPr>
        <p:spPr>
          <a:xfrm rot="10800000">
            <a:off x="8623300" y="2789555"/>
            <a:ext cx="2109470" cy="431800"/>
          </a:xfrm>
          <a:prstGeom prst="roundRect">
            <a:avLst>
              <a:gd name="adj" fmla="val 6171"/>
            </a:avLst>
          </a:prstGeom>
          <a:solidFill>
            <a:srgbClr val="19487C"/>
          </a:solidFill>
          <a:ln w="9525" cap="flat" cmpd="sng">
            <a:solidFill>
              <a:srgbClr val="C0C0C0"/>
            </a:solidFill>
            <a:prstDash val="solid"/>
            <a:headEnd type="none" w="med" len="med"/>
            <a:tailEnd type="none" w="med" len="med"/>
          </a:ln>
        </p:spPr>
        <p:txBody>
          <a:bodyPr rot="10800000" wrap="none" anchor="ctr"/>
          <a:p>
            <a:pPr algn="ctr">
              <a:lnSpc>
                <a:spcPct val="120000"/>
              </a:lnSpc>
            </a:pPr>
            <a:r>
              <a:rPr lang="zh-CN" altLang="en-US" sz="2000" b="1" dirty="0">
                <a:solidFill>
                  <a:schemeClr val="bg1"/>
                </a:solidFill>
                <a:latin typeface="+mj-ea"/>
                <a:ea typeface="+mj-ea"/>
                <a:cs typeface="+mj-ea"/>
              </a:rPr>
              <a:t>各向同性层</a:t>
            </a:r>
            <a:r>
              <a:rPr lang="en-US" altLang="zh-CN" sz="2000" b="1" dirty="0">
                <a:solidFill>
                  <a:schemeClr val="bg1"/>
                </a:solidFill>
                <a:latin typeface="+mj-ea"/>
                <a:ea typeface="+mj-ea"/>
                <a:cs typeface="+mj-ea"/>
              </a:rPr>
              <a:t>(ISO)</a:t>
            </a:r>
            <a:endParaRPr lang="en-US" altLang="zh-CN" sz="2000" b="1" dirty="0">
              <a:solidFill>
                <a:schemeClr val="bg1"/>
              </a:solidFill>
              <a:latin typeface="+mj-ea"/>
              <a:ea typeface="+mj-ea"/>
              <a:cs typeface="+mj-ea"/>
            </a:endParaRPr>
          </a:p>
        </p:txBody>
      </p:sp>
      <p:sp>
        <p:nvSpPr>
          <p:cNvPr id="10" name="文本框 9"/>
          <p:cNvSpPr txBox="1"/>
          <p:nvPr/>
        </p:nvSpPr>
        <p:spPr>
          <a:xfrm>
            <a:off x="1339215" y="850265"/>
            <a:ext cx="9513570" cy="1476375"/>
          </a:xfrm>
          <a:prstGeom prst="rect">
            <a:avLst/>
          </a:prstGeom>
          <a:noFill/>
        </p:spPr>
        <p:txBody>
          <a:bodyPr wrap="square" rtlCol="0">
            <a:spAutoFit/>
          </a:bodyPr>
          <a:p>
            <a:pPr lvl="0" indent="508000" fontAlgn="auto">
              <a:lnSpc>
                <a:spcPct val="150000"/>
              </a:lnSpc>
              <a:extLst>
                <a:ext uri="{35155182-B16C-46BC-9424-99874614C6A1}">
                  <wpsdc:indentchars xmlns:wpsdc="http://www.wps.cn/officeDocument/2017/drawingmlCustomData" val="200" checksum="282533468"/>
                </a:ext>
              </a:extLst>
            </a:pPr>
            <a:r>
              <a:rPr lang="zh-CN" altLang="en-US" sz="2000"/>
              <a:t>碳基体种类主要有热解碳、树脂碳和沥青碳等，采用化学气相沉积工艺致密，碳源气体在高温下反应裂解形成的为</a:t>
            </a:r>
            <a:r>
              <a:rPr lang="zh-CN" altLang="en-US" sz="2000" b="1"/>
              <a:t>热解碳</a:t>
            </a:r>
            <a:r>
              <a:rPr lang="zh-CN" altLang="en-US" sz="2000"/>
              <a:t>，常呈现为粗糙层</a:t>
            </a:r>
            <a:r>
              <a:rPr lang="en-US" altLang="zh-CN" sz="2000"/>
              <a:t>(</a:t>
            </a:r>
            <a:r>
              <a:rPr lang="zh-CN" altLang="en-US" sz="2000"/>
              <a:t>RL</a:t>
            </a:r>
            <a:r>
              <a:rPr lang="en-US" altLang="zh-CN" sz="2000"/>
              <a:t>)</a:t>
            </a:r>
            <a:r>
              <a:rPr lang="zh-CN" altLang="en-US" sz="2000"/>
              <a:t>、光滑层</a:t>
            </a:r>
            <a:r>
              <a:rPr lang="en-US" altLang="zh-CN" sz="2000"/>
              <a:t>(</a:t>
            </a:r>
            <a:r>
              <a:rPr lang="zh-CN" altLang="en-US" sz="2000"/>
              <a:t>SL</a:t>
            </a:r>
            <a:r>
              <a:rPr lang="en-US" altLang="zh-CN" sz="2000"/>
              <a:t>)</a:t>
            </a:r>
            <a:r>
              <a:rPr lang="zh-CN" altLang="en-US" sz="2000"/>
              <a:t>和各向同性层</a:t>
            </a:r>
            <a:r>
              <a:rPr lang="en-US" altLang="zh-CN" sz="2000"/>
              <a:t>(</a:t>
            </a:r>
            <a:r>
              <a:rPr lang="zh-CN" altLang="en-US" sz="2000"/>
              <a:t>ISO</a:t>
            </a:r>
            <a:r>
              <a:rPr lang="en-US" altLang="zh-CN" sz="2000"/>
              <a:t>)</a:t>
            </a:r>
            <a:r>
              <a:rPr lang="zh-CN" altLang="en-US" sz="2000"/>
              <a:t>三种偏光显微结构，以及含两种或两种以上基体结构的带状结构。</a:t>
            </a:r>
            <a:endParaRPr lang="zh-CN" altLang="en-US" sz="2000"/>
          </a:p>
        </p:txBody>
      </p:sp>
      <p:sp>
        <p:nvSpPr>
          <p:cNvPr id="12298" name="AutoShape 4"/>
          <p:cNvSpPr/>
          <p:nvPr/>
        </p:nvSpPr>
        <p:spPr>
          <a:xfrm rot="10800000">
            <a:off x="2600960" y="2789555"/>
            <a:ext cx="1701800" cy="431800"/>
          </a:xfrm>
          <a:prstGeom prst="roundRect">
            <a:avLst>
              <a:gd name="adj" fmla="val 6171"/>
            </a:avLst>
          </a:prstGeom>
          <a:solidFill>
            <a:srgbClr val="19487C"/>
          </a:solidFill>
          <a:ln w="9525" cap="flat" cmpd="sng">
            <a:solidFill>
              <a:srgbClr val="C0C0C0"/>
            </a:solidFill>
            <a:prstDash val="solid"/>
            <a:headEnd type="none" w="med" len="med"/>
            <a:tailEnd type="none" w="med" len="med"/>
          </a:ln>
        </p:spPr>
        <p:txBody>
          <a:bodyPr rot="10800000" wrap="none" anchor="ctr"/>
          <a:p>
            <a:pPr algn="ctr">
              <a:lnSpc>
                <a:spcPct val="120000"/>
              </a:lnSpc>
            </a:pPr>
            <a:r>
              <a:rPr lang="zh-CN" altLang="en-US" sz="2000" b="1" dirty="0">
                <a:solidFill>
                  <a:schemeClr val="bg1"/>
                </a:solidFill>
                <a:latin typeface="+mj-ea"/>
                <a:ea typeface="+mj-ea"/>
                <a:cs typeface="+mj-ea"/>
              </a:rPr>
              <a:t>粗糙层</a:t>
            </a:r>
            <a:r>
              <a:rPr lang="en-US" altLang="zh-CN" sz="2000" b="1" dirty="0">
                <a:solidFill>
                  <a:schemeClr val="bg1"/>
                </a:solidFill>
                <a:latin typeface="+mj-ea"/>
                <a:ea typeface="+mj-ea"/>
                <a:cs typeface="+mj-ea"/>
              </a:rPr>
              <a:t>(RL)</a:t>
            </a:r>
            <a:endParaRPr lang="en-US" altLang="zh-CN" sz="2000" b="1" dirty="0">
              <a:solidFill>
                <a:schemeClr val="bg1"/>
              </a:solidFill>
              <a:latin typeface="+mj-ea"/>
              <a:ea typeface="+mj-ea"/>
              <a:cs typeface="+mj-ea"/>
            </a:endParaRPr>
          </a:p>
        </p:txBody>
      </p:sp>
      <p:sp>
        <p:nvSpPr>
          <p:cNvPr id="12300" name="AutoShape 4"/>
          <p:cNvSpPr/>
          <p:nvPr/>
        </p:nvSpPr>
        <p:spPr>
          <a:xfrm rot="10800000">
            <a:off x="5816600" y="2789555"/>
            <a:ext cx="1701800" cy="431800"/>
          </a:xfrm>
          <a:prstGeom prst="roundRect">
            <a:avLst>
              <a:gd name="adj" fmla="val 6171"/>
            </a:avLst>
          </a:prstGeom>
          <a:solidFill>
            <a:srgbClr val="19487C"/>
          </a:solidFill>
          <a:ln w="9525" cap="flat" cmpd="sng">
            <a:solidFill>
              <a:srgbClr val="C0C0C0"/>
            </a:solidFill>
            <a:prstDash val="solid"/>
            <a:headEnd type="none" w="med" len="med"/>
            <a:tailEnd type="none" w="med" len="med"/>
          </a:ln>
        </p:spPr>
        <p:txBody>
          <a:bodyPr rot="10800000" wrap="none" anchor="ctr"/>
          <a:p>
            <a:pPr algn="ctr">
              <a:lnSpc>
                <a:spcPct val="120000"/>
              </a:lnSpc>
            </a:pPr>
            <a:r>
              <a:rPr lang="zh-CN" altLang="en-US" sz="2000" b="1" dirty="0">
                <a:solidFill>
                  <a:schemeClr val="bg1"/>
                </a:solidFill>
                <a:latin typeface="+mj-ea"/>
                <a:ea typeface="+mj-ea"/>
                <a:cs typeface="+mj-ea"/>
              </a:rPr>
              <a:t>光滑层</a:t>
            </a:r>
            <a:r>
              <a:rPr lang="en-US" altLang="zh-CN" sz="2000" b="1" dirty="0">
                <a:solidFill>
                  <a:schemeClr val="bg1"/>
                </a:solidFill>
                <a:latin typeface="+mj-ea"/>
                <a:ea typeface="+mj-ea"/>
                <a:cs typeface="+mj-ea"/>
              </a:rPr>
              <a:t>(SL)</a:t>
            </a:r>
            <a:endParaRPr lang="en-US" altLang="zh-CN" sz="2000" b="1" dirty="0">
              <a:solidFill>
                <a:schemeClr val="bg1"/>
              </a:solidFill>
              <a:latin typeface="+mj-ea"/>
              <a:ea typeface="+mj-ea"/>
              <a:cs typeface="+mj-ea"/>
            </a:endParaRPr>
          </a:p>
        </p:txBody>
      </p:sp>
      <p:sp>
        <p:nvSpPr>
          <p:cNvPr id="11" name="文本框 10"/>
          <p:cNvSpPr txBox="1"/>
          <p:nvPr/>
        </p:nvSpPr>
        <p:spPr>
          <a:xfrm>
            <a:off x="4156710" y="5510530"/>
            <a:ext cx="3878580" cy="368300"/>
          </a:xfrm>
          <a:prstGeom prst="rect">
            <a:avLst/>
          </a:prstGeom>
          <a:noFill/>
        </p:spPr>
        <p:txBody>
          <a:bodyPr wrap="square" rtlCol="0">
            <a:spAutoFit/>
          </a:bodyPr>
          <a:p>
            <a:pPr algn="ctr"/>
            <a:r>
              <a:rPr lang="zh-CN" altLang="en-US">
                <a:latin typeface="微软雅黑" panose="020B0503020204020204" charset="-122"/>
                <a:ea typeface="微软雅黑" panose="020B0503020204020204" charset="-122"/>
                <a:cs typeface="微软雅黑" panose="020B0503020204020204" charset="-122"/>
              </a:rPr>
              <a:t>图</a:t>
            </a:r>
            <a:r>
              <a:rPr lang="en-US" altLang="zh-CN">
                <a:latin typeface="微软雅黑" panose="020B0503020204020204" charset="-122"/>
                <a:ea typeface="微软雅黑" panose="020B0503020204020204" charset="-122"/>
                <a:cs typeface="微软雅黑" panose="020B0503020204020204" charset="-122"/>
              </a:rPr>
              <a:t>1 </a:t>
            </a:r>
            <a:r>
              <a:rPr lang="zh-CN" altLang="en-US">
                <a:latin typeface="微软雅黑" panose="020B0503020204020204" charset="-122"/>
                <a:ea typeface="微软雅黑" panose="020B0503020204020204" charset="-122"/>
                <a:cs typeface="微软雅黑" panose="020B0503020204020204" charset="-122"/>
              </a:rPr>
              <a:t>不同热解炭的</a:t>
            </a:r>
            <a:r>
              <a:rPr lang="en-US" altLang="zh-CN">
                <a:latin typeface="微软雅黑" panose="020B0503020204020204" charset="-122"/>
                <a:ea typeface="微软雅黑" panose="020B0503020204020204" charset="-122"/>
                <a:cs typeface="微软雅黑" panose="020B0503020204020204" charset="-122"/>
              </a:rPr>
              <a:t>HR SEM</a:t>
            </a:r>
            <a:r>
              <a:rPr lang="zh-CN" altLang="en-US">
                <a:latin typeface="微软雅黑" panose="020B0503020204020204" charset="-122"/>
                <a:ea typeface="微软雅黑" panose="020B0503020204020204" charset="-122"/>
                <a:cs typeface="微软雅黑" panose="020B0503020204020204" charset="-122"/>
              </a:rPr>
              <a:t>照片</a:t>
            </a:r>
            <a:endParaRPr lang="zh-CN" altLang="en-US">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9" name="组合 8"/>
          <p:cNvGrpSpPr/>
          <p:nvPr/>
        </p:nvGrpSpPr>
        <p:grpSpPr>
          <a:xfrm>
            <a:off x="76835" y="167005"/>
            <a:ext cx="3108960" cy="521970"/>
            <a:chOff x="121" y="263"/>
            <a:chExt cx="4896" cy="822"/>
          </a:xfrm>
        </p:grpSpPr>
        <p:sp>
          <p:nvSpPr>
            <p:cNvPr id="2" name="五边形 1"/>
            <p:cNvSpPr/>
            <p:nvPr/>
          </p:nvSpPr>
          <p:spPr>
            <a:xfrm rot="5400000">
              <a:off x="75" y="444"/>
              <a:ext cx="552" cy="460"/>
            </a:xfrm>
            <a:prstGeom prst="homePlate">
              <a:avLst/>
            </a:prstGeom>
            <a:solidFill>
              <a:srgbClr val="19487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cxnSp>
          <p:nvCxnSpPr>
            <p:cNvPr id="5" name="直接连接符 4"/>
            <p:cNvCxnSpPr/>
            <p:nvPr/>
          </p:nvCxnSpPr>
          <p:spPr>
            <a:xfrm>
              <a:off x="726" y="382"/>
              <a:ext cx="0" cy="568"/>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9221" name="TextBox 3"/>
            <p:cNvSpPr txBox="1">
              <a:spLocks noChangeArrowheads="1"/>
            </p:cNvSpPr>
            <p:nvPr/>
          </p:nvSpPr>
          <p:spPr bwMode="auto">
            <a:xfrm>
              <a:off x="726" y="263"/>
              <a:ext cx="4291" cy="822"/>
            </a:xfrm>
            <a:prstGeom prst="rect">
              <a:avLst/>
            </a:prstGeom>
            <a:noFill/>
            <a:ln w="9525">
              <a:noFill/>
              <a:miter lim="800000"/>
            </a:ln>
          </p:spPr>
          <p:txBody>
            <a:bodyPr wrap="square">
              <a:spAutoFit/>
            </a:bodyPr>
            <a:p>
              <a:pPr marR="0" defTabSz="914400">
                <a:buClrTx/>
                <a:buSzTx/>
                <a:buFontTx/>
                <a:defRPr/>
              </a:pPr>
              <a:r>
                <a:rPr kumimoji="0" lang="zh-CN" altLang="en-US" sz="2800" b="1" kern="1200" cap="none" spc="0" normalizeH="0" baseline="0" noProof="0" dirty="0">
                  <a:solidFill>
                    <a:schemeClr val="tx2">
                      <a:lumMod val="75000"/>
                    </a:schemeClr>
                  </a:solidFill>
                  <a:latin typeface="楷体" panose="02010609060101010101" charset="-122"/>
                  <a:ea typeface="楷体" panose="02010609060101010101" charset="-122"/>
                  <a:cs typeface="+mn-cs"/>
                </a:rPr>
                <a:t>国内外研究现状</a:t>
              </a:r>
              <a:endParaRPr kumimoji="0" lang="zh-CN" altLang="en-US" sz="2800" b="1" kern="1200" cap="none" spc="0" normalizeH="0" baseline="0" noProof="0" dirty="0">
                <a:solidFill>
                  <a:schemeClr val="tx2">
                    <a:lumMod val="75000"/>
                  </a:schemeClr>
                </a:solidFill>
                <a:latin typeface="楷体" panose="02010609060101010101" charset="-122"/>
                <a:ea typeface="楷体" panose="02010609060101010101" charset="-122"/>
                <a:cs typeface="+mn-cs"/>
              </a:endParaRPr>
            </a:p>
          </p:txBody>
        </p:sp>
      </p:grpSp>
      <p:grpSp>
        <p:nvGrpSpPr>
          <p:cNvPr id="21" name="组合 20"/>
          <p:cNvGrpSpPr/>
          <p:nvPr/>
        </p:nvGrpSpPr>
        <p:grpSpPr>
          <a:xfrm rot="0">
            <a:off x="443230" y="942975"/>
            <a:ext cx="4884420" cy="2142490"/>
            <a:chOff x="1708" y="2722"/>
            <a:chExt cx="7692" cy="2238"/>
          </a:xfrm>
        </p:grpSpPr>
        <p:grpSp>
          <p:nvGrpSpPr>
            <p:cNvPr id="7" name="组合 6"/>
            <p:cNvGrpSpPr/>
            <p:nvPr/>
          </p:nvGrpSpPr>
          <p:grpSpPr>
            <a:xfrm>
              <a:off x="1708" y="2722"/>
              <a:ext cx="1126" cy="2238"/>
              <a:chOff x="1949" y="2679"/>
              <a:chExt cx="1126" cy="1005"/>
            </a:xfrm>
            <a:solidFill>
              <a:schemeClr val="accent1"/>
            </a:solidFill>
          </p:grpSpPr>
          <p:sp>
            <p:nvSpPr>
              <p:cNvPr id="8" name="矩形 7"/>
              <p:cNvSpPr/>
              <p:nvPr/>
            </p:nvSpPr>
            <p:spPr>
              <a:xfrm>
                <a:off x="1949" y="2679"/>
                <a:ext cx="1126" cy="1005"/>
              </a:xfrm>
              <a:prstGeom prst="rect">
                <a:avLst/>
              </a:prstGeom>
              <a:solidFill>
                <a:srgbClr val="1747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文本框 9"/>
              <p:cNvSpPr txBox="1"/>
              <p:nvPr/>
            </p:nvSpPr>
            <p:spPr>
              <a:xfrm>
                <a:off x="2190" y="2974"/>
                <a:ext cx="644" cy="274"/>
              </a:xfrm>
              <a:prstGeom prst="rect">
                <a:avLst/>
              </a:prstGeom>
              <a:solidFill>
                <a:srgbClr val="174777"/>
              </a:solidFill>
            </p:spPr>
            <p:txBody>
              <a:bodyPr wrap="square" rtlCol="0">
                <a:spAutoFit/>
              </a:bodyPr>
              <a:p>
                <a:r>
                  <a:rPr lang="en-US" altLang="zh-CN" sz="3200">
                    <a:solidFill>
                      <a:schemeClr val="bg1"/>
                    </a:solidFill>
                  </a:rPr>
                  <a:t>1</a:t>
                </a:r>
                <a:endParaRPr lang="en-US" altLang="zh-CN" sz="3200">
                  <a:solidFill>
                    <a:schemeClr val="bg1"/>
                  </a:solidFill>
                </a:endParaRPr>
              </a:p>
            </p:txBody>
          </p:sp>
        </p:grpSp>
        <p:sp>
          <p:nvSpPr>
            <p:cNvPr id="12" name="矩形 11"/>
            <p:cNvSpPr/>
            <p:nvPr/>
          </p:nvSpPr>
          <p:spPr>
            <a:xfrm>
              <a:off x="2834" y="2722"/>
              <a:ext cx="6567" cy="223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22" name="组合 21"/>
          <p:cNvGrpSpPr/>
          <p:nvPr/>
        </p:nvGrpSpPr>
        <p:grpSpPr>
          <a:xfrm rot="0">
            <a:off x="443230" y="3336925"/>
            <a:ext cx="4884420" cy="2552065"/>
            <a:chOff x="1708" y="2722"/>
            <a:chExt cx="7692" cy="2238"/>
          </a:xfrm>
        </p:grpSpPr>
        <p:grpSp>
          <p:nvGrpSpPr>
            <p:cNvPr id="23" name="组合 22"/>
            <p:cNvGrpSpPr/>
            <p:nvPr/>
          </p:nvGrpSpPr>
          <p:grpSpPr>
            <a:xfrm>
              <a:off x="1708" y="2722"/>
              <a:ext cx="1126" cy="2238"/>
              <a:chOff x="1949" y="2679"/>
              <a:chExt cx="1126" cy="1005"/>
            </a:xfrm>
            <a:solidFill>
              <a:schemeClr val="accent1"/>
            </a:solidFill>
          </p:grpSpPr>
          <p:sp>
            <p:nvSpPr>
              <p:cNvPr id="24" name="矩形 23"/>
              <p:cNvSpPr/>
              <p:nvPr/>
            </p:nvSpPr>
            <p:spPr>
              <a:xfrm>
                <a:off x="1949" y="2679"/>
                <a:ext cx="1126" cy="1005"/>
              </a:xfrm>
              <a:prstGeom prst="rect">
                <a:avLst/>
              </a:prstGeom>
              <a:solidFill>
                <a:srgbClr val="1747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5" name="文本框 24"/>
              <p:cNvSpPr txBox="1"/>
              <p:nvPr/>
            </p:nvSpPr>
            <p:spPr>
              <a:xfrm>
                <a:off x="2190" y="2974"/>
                <a:ext cx="644" cy="230"/>
              </a:xfrm>
              <a:prstGeom prst="rect">
                <a:avLst/>
              </a:prstGeom>
              <a:solidFill>
                <a:srgbClr val="174777"/>
              </a:solidFill>
            </p:spPr>
            <p:txBody>
              <a:bodyPr wrap="square" rtlCol="0">
                <a:spAutoFit/>
              </a:bodyPr>
              <a:p>
                <a:r>
                  <a:rPr lang="en-US" altLang="zh-CN" sz="3200">
                    <a:solidFill>
                      <a:schemeClr val="bg1"/>
                    </a:solidFill>
                  </a:rPr>
                  <a:t>3</a:t>
                </a:r>
                <a:endParaRPr lang="en-US" altLang="zh-CN" sz="3200">
                  <a:solidFill>
                    <a:schemeClr val="bg1"/>
                  </a:solidFill>
                </a:endParaRPr>
              </a:p>
            </p:txBody>
          </p:sp>
        </p:grpSp>
        <p:sp>
          <p:nvSpPr>
            <p:cNvPr id="26" name="矩形 25"/>
            <p:cNvSpPr/>
            <p:nvPr/>
          </p:nvSpPr>
          <p:spPr>
            <a:xfrm>
              <a:off x="2834" y="2722"/>
              <a:ext cx="6567" cy="223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27" name="组合 26"/>
          <p:cNvGrpSpPr/>
          <p:nvPr/>
        </p:nvGrpSpPr>
        <p:grpSpPr>
          <a:xfrm rot="0">
            <a:off x="5905500" y="3364230"/>
            <a:ext cx="4884420" cy="2478405"/>
            <a:chOff x="1708" y="2722"/>
            <a:chExt cx="7692" cy="2238"/>
          </a:xfrm>
        </p:grpSpPr>
        <p:grpSp>
          <p:nvGrpSpPr>
            <p:cNvPr id="28" name="组合 27"/>
            <p:cNvGrpSpPr/>
            <p:nvPr/>
          </p:nvGrpSpPr>
          <p:grpSpPr>
            <a:xfrm>
              <a:off x="1708" y="2722"/>
              <a:ext cx="1126" cy="2238"/>
              <a:chOff x="1949" y="2679"/>
              <a:chExt cx="1126" cy="1005"/>
            </a:xfrm>
            <a:solidFill>
              <a:schemeClr val="accent1"/>
            </a:solidFill>
          </p:grpSpPr>
          <p:sp>
            <p:nvSpPr>
              <p:cNvPr id="29" name="矩形 28"/>
              <p:cNvSpPr/>
              <p:nvPr/>
            </p:nvSpPr>
            <p:spPr>
              <a:xfrm>
                <a:off x="1949" y="2679"/>
                <a:ext cx="1126" cy="1005"/>
              </a:xfrm>
              <a:prstGeom prst="rect">
                <a:avLst/>
              </a:prstGeom>
              <a:solidFill>
                <a:srgbClr val="1747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2" name="文本框 31"/>
              <p:cNvSpPr txBox="1"/>
              <p:nvPr/>
            </p:nvSpPr>
            <p:spPr>
              <a:xfrm>
                <a:off x="2190" y="2974"/>
                <a:ext cx="644" cy="237"/>
              </a:xfrm>
              <a:prstGeom prst="rect">
                <a:avLst/>
              </a:prstGeom>
              <a:solidFill>
                <a:srgbClr val="174777"/>
              </a:solidFill>
            </p:spPr>
            <p:txBody>
              <a:bodyPr wrap="square" rtlCol="0">
                <a:spAutoFit/>
              </a:bodyPr>
              <a:p>
                <a:r>
                  <a:rPr lang="en-US" altLang="zh-CN" sz="3200">
                    <a:solidFill>
                      <a:schemeClr val="bg1"/>
                    </a:solidFill>
                  </a:rPr>
                  <a:t>4</a:t>
                </a:r>
                <a:endParaRPr lang="en-US" altLang="zh-CN" sz="3200">
                  <a:solidFill>
                    <a:schemeClr val="bg1"/>
                  </a:solidFill>
                </a:endParaRPr>
              </a:p>
            </p:txBody>
          </p:sp>
        </p:grpSp>
        <p:sp>
          <p:nvSpPr>
            <p:cNvPr id="33" name="矩形 32"/>
            <p:cNvSpPr/>
            <p:nvPr/>
          </p:nvSpPr>
          <p:spPr>
            <a:xfrm>
              <a:off x="2834" y="2722"/>
              <a:ext cx="6567" cy="223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4" name="组合 13"/>
          <p:cNvGrpSpPr/>
          <p:nvPr/>
        </p:nvGrpSpPr>
        <p:grpSpPr>
          <a:xfrm rot="0">
            <a:off x="5905500" y="944880"/>
            <a:ext cx="4884420" cy="2137410"/>
            <a:chOff x="1708" y="2722"/>
            <a:chExt cx="7692" cy="2238"/>
          </a:xfrm>
        </p:grpSpPr>
        <p:grpSp>
          <p:nvGrpSpPr>
            <p:cNvPr id="30" name="组合 29"/>
            <p:cNvGrpSpPr/>
            <p:nvPr/>
          </p:nvGrpSpPr>
          <p:grpSpPr>
            <a:xfrm>
              <a:off x="1708" y="2722"/>
              <a:ext cx="1126" cy="2238"/>
              <a:chOff x="1949" y="2679"/>
              <a:chExt cx="1126" cy="1005"/>
            </a:xfrm>
            <a:solidFill>
              <a:schemeClr val="accent1"/>
            </a:solidFill>
          </p:grpSpPr>
          <p:sp>
            <p:nvSpPr>
              <p:cNvPr id="36" name="矩形 35"/>
              <p:cNvSpPr/>
              <p:nvPr/>
            </p:nvSpPr>
            <p:spPr>
              <a:xfrm>
                <a:off x="1949" y="2679"/>
                <a:ext cx="1126" cy="1005"/>
              </a:xfrm>
              <a:prstGeom prst="rect">
                <a:avLst/>
              </a:prstGeom>
              <a:solidFill>
                <a:srgbClr val="1747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7" name="文本框 36"/>
              <p:cNvSpPr txBox="1"/>
              <p:nvPr/>
            </p:nvSpPr>
            <p:spPr>
              <a:xfrm>
                <a:off x="2190" y="2974"/>
                <a:ext cx="644" cy="274"/>
              </a:xfrm>
              <a:prstGeom prst="rect">
                <a:avLst/>
              </a:prstGeom>
              <a:solidFill>
                <a:srgbClr val="174777"/>
              </a:solidFill>
            </p:spPr>
            <p:txBody>
              <a:bodyPr wrap="square" rtlCol="0">
                <a:spAutoFit/>
              </a:bodyPr>
              <a:p>
                <a:r>
                  <a:rPr lang="en-US" altLang="zh-CN" sz="3200">
                    <a:solidFill>
                      <a:schemeClr val="bg1"/>
                    </a:solidFill>
                  </a:rPr>
                  <a:t>2</a:t>
                </a:r>
                <a:endParaRPr lang="en-US" altLang="zh-CN" sz="3200">
                  <a:solidFill>
                    <a:schemeClr val="bg1"/>
                  </a:solidFill>
                </a:endParaRPr>
              </a:p>
            </p:txBody>
          </p:sp>
        </p:grpSp>
        <p:sp>
          <p:nvSpPr>
            <p:cNvPr id="38" name="矩形 37"/>
            <p:cNvSpPr/>
            <p:nvPr/>
          </p:nvSpPr>
          <p:spPr>
            <a:xfrm>
              <a:off x="2834" y="2722"/>
              <a:ext cx="6567" cy="223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cxnSp>
        <p:nvCxnSpPr>
          <p:cNvPr id="40" name="直接连接符 39"/>
          <p:cNvCxnSpPr/>
          <p:nvPr/>
        </p:nvCxnSpPr>
        <p:spPr>
          <a:xfrm flipV="1">
            <a:off x="1194435" y="1299210"/>
            <a:ext cx="1276350" cy="11430"/>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grpSp>
        <p:nvGrpSpPr>
          <p:cNvPr id="31" name="组合 30"/>
          <p:cNvGrpSpPr/>
          <p:nvPr/>
        </p:nvGrpSpPr>
        <p:grpSpPr>
          <a:xfrm rot="0">
            <a:off x="1158240" y="963295"/>
            <a:ext cx="1312545" cy="398780"/>
            <a:chOff x="2576" y="2756"/>
            <a:chExt cx="2067" cy="628"/>
          </a:xfrm>
        </p:grpSpPr>
        <p:sp>
          <p:nvSpPr>
            <p:cNvPr id="41" name="文本框 40"/>
            <p:cNvSpPr txBox="1"/>
            <p:nvPr/>
          </p:nvSpPr>
          <p:spPr>
            <a:xfrm>
              <a:off x="2576" y="2756"/>
              <a:ext cx="1789" cy="628"/>
            </a:xfrm>
            <a:prstGeom prst="rect">
              <a:avLst/>
            </a:prstGeom>
            <a:noFill/>
            <a:ln>
              <a:noFill/>
            </a:ln>
          </p:spPr>
          <p:txBody>
            <a:bodyPr wrap="none" rtlCol="0">
              <a:spAutoFit/>
            </a:bodyPr>
            <a:p>
              <a:pPr algn="l"/>
              <a:r>
                <a:rPr lang="zh-CN" altLang="en-US" sz="2000">
                  <a:latin typeface="Times New Roman" panose="02020603050405020304" charset="0"/>
                  <a:ea typeface="幼圆" panose="02010509060101010101" charset="-122"/>
                  <a:cs typeface="Times New Roman" panose="02020603050405020304" charset="0"/>
                </a:rPr>
                <a:t>B.Reznik</a:t>
              </a:r>
              <a:endParaRPr lang="zh-CN" altLang="en-US" sz="2000">
                <a:latin typeface="Times New Roman" panose="02020603050405020304" charset="0"/>
                <a:ea typeface="幼圆" panose="02010509060101010101" charset="-122"/>
                <a:cs typeface="Times New Roman" panose="02020603050405020304" charset="0"/>
              </a:endParaRPr>
            </a:p>
          </p:txBody>
        </p:sp>
        <p:cxnSp>
          <p:nvCxnSpPr>
            <p:cNvPr id="47" name="直接连接符 46"/>
            <p:cNvCxnSpPr/>
            <p:nvPr/>
          </p:nvCxnSpPr>
          <p:spPr>
            <a:xfrm flipV="1">
              <a:off x="2633" y="3285"/>
              <a:ext cx="2010" cy="18"/>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53" name="组合 52"/>
          <p:cNvGrpSpPr/>
          <p:nvPr/>
        </p:nvGrpSpPr>
        <p:grpSpPr>
          <a:xfrm rot="0">
            <a:off x="6620510" y="945515"/>
            <a:ext cx="1312545" cy="398780"/>
            <a:chOff x="2576" y="2756"/>
            <a:chExt cx="2067" cy="628"/>
          </a:xfrm>
        </p:grpSpPr>
        <p:sp>
          <p:nvSpPr>
            <p:cNvPr id="59" name="文本框 58"/>
            <p:cNvSpPr txBox="1"/>
            <p:nvPr/>
          </p:nvSpPr>
          <p:spPr>
            <a:xfrm>
              <a:off x="2576" y="2756"/>
              <a:ext cx="914" cy="628"/>
            </a:xfrm>
            <a:prstGeom prst="rect">
              <a:avLst/>
            </a:prstGeom>
            <a:noFill/>
            <a:ln>
              <a:noFill/>
            </a:ln>
          </p:spPr>
          <p:txBody>
            <a:bodyPr wrap="none" rtlCol="0">
              <a:spAutoFit/>
            </a:bodyPr>
            <a:p>
              <a:pPr algn="l"/>
              <a:r>
                <a:rPr lang="zh-CN" altLang="en-US" sz="2000">
                  <a:latin typeface="Times New Roman" panose="02020603050405020304" charset="0"/>
                  <a:ea typeface="楷体" panose="02010609060101010101" charset="-122"/>
                  <a:cs typeface="Times New Roman" panose="02020603050405020304" charset="0"/>
                </a:rPr>
                <a:t>Yan</a:t>
              </a:r>
              <a:endParaRPr lang="zh-CN" altLang="en-US" sz="2000">
                <a:latin typeface="Times New Roman" panose="02020603050405020304" charset="0"/>
                <a:ea typeface="楷体" panose="02010609060101010101" charset="-122"/>
                <a:cs typeface="Times New Roman" panose="02020603050405020304" charset="0"/>
              </a:endParaRPr>
            </a:p>
          </p:txBody>
        </p:sp>
        <p:cxnSp>
          <p:nvCxnSpPr>
            <p:cNvPr id="63" name="直接连接符 62"/>
            <p:cNvCxnSpPr/>
            <p:nvPr/>
          </p:nvCxnSpPr>
          <p:spPr>
            <a:xfrm flipV="1">
              <a:off x="2633" y="3285"/>
              <a:ext cx="2010" cy="18"/>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64" name="组合 63"/>
          <p:cNvGrpSpPr/>
          <p:nvPr/>
        </p:nvGrpSpPr>
        <p:grpSpPr>
          <a:xfrm rot="0">
            <a:off x="6620510" y="3364230"/>
            <a:ext cx="1312545" cy="398780"/>
            <a:chOff x="2576" y="2756"/>
            <a:chExt cx="2067" cy="628"/>
          </a:xfrm>
        </p:grpSpPr>
        <p:sp>
          <p:nvSpPr>
            <p:cNvPr id="73" name="文本框 72"/>
            <p:cNvSpPr txBox="1"/>
            <p:nvPr/>
          </p:nvSpPr>
          <p:spPr>
            <a:xfrm>
              <a:off x="2576" y="2756"/>
              <a:ext cx="843" cy="628"/>
            </a:xfrm>
            <a:prstGeom prst="rect">
              <a:avLst/>
            </a:prstGeom>
            <a:noFill/>
            <a:ln>
              <a:noFill/>
            </a:ln>
          </p:spPr>
          <p:txBody>
            <a:bodyPr wrap="none" rtlCol="0">
              <a:spAutoFit/>
            </a:bodyPr>
            <a:p>
              <a:pPr algn="l"/>
              <a:r>
                <a:rPr lang="zh-CN" altLang="en-US" sz="2000">
                  <a:latin typeface="Times New Roman" panose="02020603050405020304" charset="0"/>
                  <a:ea typeface="楷体" panose="02010609060101010101" charset="-122"/>
                  <a:cs typeface="Times New Roman" panose="02020603050405020304" charset="0"/>
                </a:rPr>
                <a:t>Liu</a:t>
              </a:r>
              <a:endParaRPr lang="zh-CN" altLang="en-US" sz="2000">
                <a:latin typeface="Times New Roman" panose="02020603050405020304" charset="0"/>
                <a:ea typeface="楷体" panose="02010609060101010101" charset="-122"/>
                <a:cs typeface="Times New Roman" panose="02020603050405020304" charset="0"/>
              </a:endParaRPr>
            </a:p>
          </p:txBody>
        </p:sp>
        <p:cxnSp>
          <p:nvCxnSpPr>
            <p:cNvPr id="74" name="直接连接符 73"/>
            <p:cNvCxnSpPr/>
            <p:nvPr/>
          </p:nvCxnSpPr>
          <p:spPr>
            <a:xfrm flipV="1">
              <a:off x="2633" y="3285"/>
              <a:ext cx="2010" cy="18"/>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75" name="组合 74"/>
          <p:cNvGrpSpPr/>
          <p:nvPr/>
        </p:nvGrpSpPr>
        <p:grpSpPr>
          <a:xfrm rot="0">
            <a:off x="1158240" y="3339465"/>
            <a:ext cx="1312545" cy="401955"/>
            <a:chOff x="2576" y="2670"/>
            <a:chExt cx="2067" cy="633"/>
          </a:xfrm>
        </p:grpSpPr>
        <p:sp>
          <p:nvSpPr>
            <p:cNvPr id="76" name="文本框 75"/>
            <p:cNvSpPr txBox="1"/>
            <p:nvPr/>
          </p:nvSpPr>
          <p:spPr>
            <a:xfrm>
              <a:off x="2576" y="2670"/>
              <a:ext cx="1488" cy="628"/>
            </a:xfrm>
            <a:prstGeom prst="rect">
              <a:avLst/>
            </a:prstGeom>
            <a:noFill/>
            <a:ln>
              <a:noFill/>
            </a:ln>
          </p:spPr>
          <p:txBody>
            <a:bodyPr wrap="none" rtlCol="0">
              <a:spAutoFit/>
            </a:bodyPr>
            <a:p>
              <a:pPr algn="l"/>
              <a:r>
                <a:rPr lang="zh-CN" altLang="en-US" sz="2000">
                  <a:latin typeface="微软雅黑" panose="020B0503020204020204" charset="-122"/>
                  <a:ea typeface="微软雅黑" panose="020B0503020204020204" charset="-122"/>
                </a:rPr>
                <a:t>尹彩流</a:t>
              </a:r>
              <a:endParaRPr lang="zh-CN" altLang="en-US" sz="2000">
                <a:latin typeface="微软雅黑" panose="020B0503020204020204" charset="-122"/>
                <a:ea typeface="微软雅黑" panose="020B0503020204020204" charset="-122"/>
              </a:endParaRPr>
            </a:p>
          </p:txBody>
        </p:sp>
        <p:cxnSp>
          <p:nvCxnSpPr>
            <p:cNvPr id="77" name="直接连接符 76"/>
            <p:cNvCxnSpPr/>
            <p:nvPr/>
          </p:nvCxnSpPr>
          <p:spPr>
            <a:xfrm flipV="1">
              <a:off x="2633" y="3285"/>
              <a:ext cx="2010" cy="18"/>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78" name="文本框 77"/>
          <p:cNvSpPr txBox="1"/>
          <p:nvPr/>
        </p:nvSpPr>
        <p:spPr>
          <a:xfrm>
            <a:off x="1194435" y="1362075"/>
            <a:ext cx="4024630" cy="1568450"/>
          </a:xfrm>
          <a:prstGeom prst="rect">
            <a:avLst/>
          </a:prstGeom>
          <a:noFill/>
        </p:spPr>
        <p:txBody>
          <a:bodyPr wrap="square" rtlCol="0" anchor="t">
            <a:spAutoFit/>
          </a:bodyPr>
          <a:p>
            <a:r>
              <a:rPr lang="zh-CN" altLang="en-US" sz="1600">
                <a:latin typeface="Times New Roman" panose="02020603050405020304" charset="0"/>
                <a:cs typeface="Times New Roman" panose="02020603050405020304" charset="0"/>
              </a:rPr>
              <a:t>研究表明，RL 碳相较于 SL 与 ISO </a:t>
            </a:r>
            <a:r>
              <a:rPr lang="zh-CN" altLang="en-US" sz="1600" b="1">
                <a:latin typeface="Times New Roman" panose="02020603050405020304" charset="0"/>
                <a:cs typeface="Times New Roman" panose="02020603050405020304" charset="0"/>
              </a:rPr>
              <a:t>断裂能较低</a:t>
            </a:r>
            <a:r>
              <a:rPr lang="zh-CN" altLang="en-US" sz="1600">
                <a:latin typeface="Times New Roman" panose="02020603050405020304" charset="0"/>
                <a:cs typeface="Times New Roman" panose="02020603050405020304" charset="0"/>
              </a:rPr>
              <a:t>，含较多 RL 碳的基体内部发生了非常明显的断裂，但其引起的热解碳层间的界面滑动，使得</a:t>
            </a:r>
            <a:r>
              <a:rPr lang="zh-CN" altLang="en-US" sz="1600" b="1">
                <a:latin typeface="Times New Roman" panose="02020603050405020304" charset="0"/>
                <a:cs typeface="Times New Roman" panose="02020603050405020304" charset="0"/>
              </a:rPr>
              <a:t>具有更高的韧性</a:t>
            </a:r>
            <a:r>
              <a:rPr lang="zh-CN" altLang="en-US" sz="1600">
                <a:latin typeface="Times New Roman" panose="02020603050405020304" charset="0"/>
                <a:cs typeface="Times New Roman" panose="02020603050405020304" charset="0"/>
              </a:rPr>
              <a:t>。含更多 ISO 或SL 的碳基体具有相对较高的模量和应力，</a:t>
            </a:r>
            <a:r>
              <a:rPr lang="zh-CN" altLang="en-US" sz="1600" b="1">
                <a:latin typeface="Times New Roman" panose="02020603050405020304" charset="0"/>
                <a:cs typeface="Times New Roman" panose="02020603050405020304" charset="0"/>
              </a:rPr>
              <a:t>弯曲强度更高</a:t>
            </a:r>
            <a:r>
              <a:rPr lang="zh-CN" altLang="en-US" sz="1600">
                <a:latin typeface="Times New Roman" panose="02020603050405020304" charset="0"/>
                <a:cs typeface="Times New Roman" panose="02020603050405020304" charset="0"/>
              </a:rPr>
              <a:t>，达到了近 60MPa。</a:t>
            </a:r>
            <a:endParaRPr lang="zh-CN" altLang="en-US" sz="1600">
              <a:latin typeface="Times New Roman" panose="02020603050405020304" charset="0"/>
              <a:cs typeface="Times New Roman" panose="02020603050405020304" charset="0"/>
            </a:endParaRPr>
          </a:p>
        </p:txBody>
      </p:sp>
      <p:sp>
        <p:nvSpPr>
          <p:cNvPr id="79" name="文本框 78"/>
          <p:cNvSpPr txBox="1"/>
          <p:nvPr/>
        </p:nvSpPr>
        <p:spPr>
          <a:xfrm>
            <a:off x="6620510" y="3741420"/>
            <a:ext cx="4170045" cy="2061210"/>
          </a:xfrm>
          <a:prstGeom prst="rect">
            <a:avLst/>
          </a:prstGeom>
          <a:noFill/>
        </p:spPr>
        <p:txBody>
          <a:bodyPr wrap="square" rtlCol="0" anchor="t">
            <a:spAutoFit/>
          </a:bodyPr>
          <a:p>
            <a:r>
              <a:rPr lang="zh-CN" altLang="en-US" sz="1600">
                <a:latin typeface="Times New Roman" panose="02020603050405020304" charset="0"/>
                <a:cs typeface="Times New Roman" panose="02020603050405020304" charset="0"/>
              </a:rPr>
              <a:t>通过添加填料，并调整配比，缓解制备过程中基体碳的收缩，</a:t>
            </a:r>
            <a:r>
              <a:rPr lang="zh-CN" altLang="en-US" sz="1600" b="1">
                <a:latin typeface="Times New Roman" panose="02020603050405020304" charset="0"/>
                <a:cs typeface="Times New Roman" panose="02020603050405020304" charset="0"/>
              </a:rPr>
              <a:t>延缓基体裂纹的扩展</a:t>
            </a:r>
            <a:r>
              <a:rPr lang="zh-CN" altLang="en-US" sz="1600">
                <a:latin typeface="Times New Roman" panose="02020603050405020304" charset="0"/>
                <a:cs typeface="Times New Roman" panose="02020603050405020304" charset="0"/>
              </a:rPr>
              <a:t>，从而使力学性能和断裂韧性得到改善，优化出的二维碳 / 碳复合材料弯曲强度、弯曲模量和断裂应变分别达 130.6MPa、20.26GPa 和1.86%，不含填料的二维碳 / 碳复合材料分别仅94.5MPa、27.54GPa、0.7%，相较之下</a:t>
            </a:r>
            <a:r>
              <a:rPr lang="zh-CN" altLang="en-US" sz="1600" b="1">
                <a:latin typeface="Times New Roman" panose="02020603050405020304" charset="0"/>
                <a:cs typeface="Times New Roman" panose="02020603050405020304" charset="0"/>
              </a:rPr>
              <a:t>弯曲强度和断裂应变均有明显的改善</a:t>
            </a:r>
            <a:r>
              <a:rPr lang="zh-CN" altLang="en-US" sz="1600">
                <a:latin typeface="Times New Roman" panose="02020603050405020304" charset="0"/>
                <a:cs typeface="Times New Roman" panose="02020603050405020304" charset="0"/>
              </a:rPr>
              <a:t>。</a:t>
            </a:r>
            <a:endParaRPr lang="zh-CN" altLang="en-US" sz="1600">
              <a:latin typeface="Times New Roman" panose="02020603050405020304" charset="0"/>
              <a:cs typeface="Times New Roman" panose="02020603050405020304" charset="0"/>
            </a:endParaRPr>
          </a:p>
        </p:txBody>
      </p:sp>
      <p:sp>
        <p:nvSpPr>
          <p:cNvPr id="80" name="文本框 79"/>
          <p:cNvSpPr txBox="1"/>
          <p:nvPr/>
        </p:nvSpPr>
        <p:spPr>
          <a:xfrm>
            <a:off x="6620510" y="1432560"/>
            <a:ext cx="4024630" cy="1076325"/>
          </a:xfrm>
          <a:prstGeom prst="rect">
            <a:avLst/>
          </a:prstGeom>
          <a:noFill/>
        </p:spPr>
        <p:txBody>
          <a:bodyPr wrap="square" rtlCol="0" anchor="t">
            <a:spAutoFit/>
          </a:bodyPr>
          <a:p>
            <a:r>
              <a:rPr lang="zh-CN" altLang="en-US" sz="1600">
                <a:latin typeface="Times New Roman" panose="02020603050405020304" charset="0"/>
                <a:cs typeface="Times New Roman" panose="02020603050405020304" charset="0"/>
              </a:rPr>
              <a:t>RL 层</a:t>
            </a:r>
            <a:r>
              <a:rPr lang="zh-CN" altLang="en-US" sz="1600" b="1">
                <a:latin typeface="Times New Roman" panose="02020603050405020304" charset="0"/>
                <a:cs typeface="Times New Roman" panose="02020603050405020304" charset="0"/>
              </a:rPr>
              <a:t>厚度的增加</a:t>
            </a:r>
            <a:r>
              <a:rPr lang="zh-CN" altLang="en-US" sz="1600">
                <a:latin typeface="Times New Roman" panose="02020603050405020304" charset="0"/>
                <a:cs typeface="Times New Roman" panose="02020603050405020304" charset="0"/>
              </a:rPr>
              <a:t>可以明显地改善材料的</a:t>
            </a:r>
            <a:r>
              <a:rPr lang="zh-CN" altLang="en-US" sz="1600" b="1">
                <a:latin typeface="Times New Roman" panose="02020603050405020304" charset="0"/>
                <a:cs typeface="Times New Roman" panose="02020603050405020304" charset="0"/>
              </a:rPr>
              <a:t>塑性</a:t>
            </a:r>
            <a:r>
              <a:rPr lang="zh-CN" altLang="en-US" sz="1600">
                <a:latin typeface="Times New Roman" panose="02020603050405020304" charset="0"/>
                <a:cs typeface="Times New Roman" panose="02020603050405020304" charset="0"/>
              </a:rPr>
              <a:t>，因此通过合理地调控热解碳微观结构的类型以及各比例，可以为碳 / 碳复合材料设计出实际所需的力学性能和断裂行为。</a:t>
            </a:r>
            <a:endParaRPr lang="zh-CN" altLang="en-US" sz="1600">
              <a:latin typeface="Times New Roman" panose="02020603050405020304" charset="0"/>
              <a:cs typeface="Times New Roman" panose="02020603050405020304" charset="0"/>
            </a:endParaRPr>
          </a:p>
        </p:txBody>
      </p:sp>
      <p:sp>
        <p:nvSpPr>
          <p:cNvPr id="81" name="文本框 80"/>
          <p:cNvSpPr txBox="1"/>
          <p:nvPr/>
        </p:nvSpPr>
        <p:spPr>
          <a:xfrm>
            <a:off x="1230630" y="3781425"/>
            <a:ext cx="4024630" cy="2061210"/>
          </a:xfrm>
          <a:prstGeom prst="rect">
            <a:avLst/>
          </a:prstGeom>
          <a:noFill/>
        </p:spPr>
        <p:txBody>
          <a:bodyPr wrap="square" rtlCol="0" anchor="t">
            <a:spAutoFit/>
          </a:bodyPr>
          <a:p>
            <a:r>
              <a:rPr lang="zh-CN" altLang="en-US" sz="1600">
                <a:latin typeface="Times New Roman" panose="02020603050405020304" charset="0"/>
                <a:cs typeface="Times New Roman" panose="02020603050405020304" charset="0"/>
              </a:rPr>
              <a:t>Bpr 树脂碳比 pr 树脂碳</a:t>
            </a:r>
            <a:r>
              <a:rPr lang="zh-CN" altLang="en-US" sz="1600" b="1">
                <a:latin typeface="Times New Roman" panose="02020603050405020304" charset="0"/>
                <a:cs typeface="Times New Roman" panose="02020603050405020304" charset="0"/>
              </a:rPr>
              <a:t>孔隙率更低</a:t>
            </a:r>
            <a:r>
              <a:rPr lang="zh-CN" altLang="en-US" sz="1600">
                <a:latin typeface="Times New Roman" panose="02020603050405020304" charset="0"/>
                <a:cs typeface="Times New Roman" panose="02020603050405020304" charset="0"/>
              </a:rPr>
              <a:t>，能够承受住更大的应力，具有更加优异的力学性能，源于 Bpr 在碳化过程中的</a:t>
            </a:r>
            <a:r>
              <a:rPr lang="zh-CN" altLang="en-US" sz="1600" b="1">
                <a:latin typeface="Times New Roman" panose="02020603050405020304" charset="0"/>
                <a:cs typeface="Times New Roman" panose="02020603050405020304" charset="0"/>
              </a:rPr>
              <a:t>残碳率更高</a:t>
            </a:r>
            <a:r>
              <a:rPr lang="zh-CN" altLang="en-US" sz="1600">
                <a:latin typeface="Times New Roman" panose="02020603050405020304" charset="0"/>
                <a:cs typeface="Times New Roman" panose="02020603050405020304" charset="0"/>
              </a:rPr>
              <a:t>，致密过程基体碳含量增加更快，能够</a:t>
            </a:r>
            <a:r>
              <a:rPr lang="zh-CN" altLang="en-US" sz="1600" b="1">
                <a:latin typeface="Times New Roman" panose="02020603050405020304" charset="0"/>
                <a:cs typeface="Times New Roman" panose="02020603050405020304" charset="0"/>
              </a:rPr>
              <a:t>填补更多的孔隙缺陷</a:t>
            </a:r>
            <a:r>
              <a:rPr lang="zh-CN" altLang="en-US" sz="1600">
                <a:latin typeface="Times New Roman" panose="02020603050405020304" charset="0"/>
                <a:cs typeface="Times New Roman" panose="02020603050405020304" charset="0"/>
              </a:rPr>
              <a:t>。因此，在液相浸渍 - 碳化制备二维碳 / 碳复合材料时，残碳率更高的基体前驱体是有效提高材料本身力学性能的方案之一。</a:t>
            </a:r>
            <a:endParaRPr lang="zh-CN" altLang="en-US" sz="1600">
              <a:latin typeface="Times New Roman" panose="02020603050405020304" charset="0"/>
              <a:cs typeface="Times New Roman" panose="02020603050405020304" charset="0"/>
            </a:endParaRPr>
          </a:p>
        </p:txBody>
      </p:sp>
      <p:sp>
        <p:nvSpPr>
          <p:cNvPr id="3" name="文本框 2"/>
          <p:cNvSpPr txBox="1"/>
          <p:nvPr/>
        </p:nvSpPr>
        <p:spPr>
          <a:xfrm>
            <a:off x="680085" y="6264275"/>
            <a:ext cx="4055110" cy="360045"/>
          </a:xfrm>
          <a:prstGeom prst="rect">
            <a:avLst/>
          </a:prstGeom>
          <a:noFill/>
        </p:spPr>
        <p:txBody>
          <a:bodyPr wrap="square" rtlCol="0">
            <a:noAutofit/>
          </a:bodyPr>
          <a:p>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descr="C:\Users\10493\Desktop\微信截图_20230606154953.png微信截图_20230606154953"/>
          <p:cNvPicPr>
            <a:picLocks noChangeAspect="1"/>
          </p:cNvPicPr>
          <p:nvPr/>
        </p:nvPicPr>
        <p:blipFill>
          <a:blip r:embed="rId1"/>
          <a:srcRect t="2517" r="978"/>
          <a:stretch>
            <a:fillRect/>
          </a:stretch>
        </p:blipFill>
        <p:spPr>
          <a:xfrm>
            <a:off x="7148830" y="1062355"/>
            <a:ext cx="3693795" cy="1674495"/>
          </a:xfrm>
          <a:prstGeom prst="rect">
            <a:avLst/>
          </a:prstGeom>
        </p:spPr>
      </p:pic>
      <p:sp>
        <p:nvSpPr>
          <p:cNvPr id="267" name="Rectangle 5"/>
          <p:cNvSpPr>
            <a:spLocks noChangeArrowheads="1"/>
          </p:cNvSpPr>
          <p:nvPr/>
        </p:nvSpPr>
        <p:spPr bwMode="auto">
          <a:xfrm>
            <a:off x="1587500" y="4351655"/>
            <a:ext cx="6191250" cy="1612265"/>
          </a:xfrm>
          <a:prstGeom prst="rect">
            <a:avLst/>
          </a:prstGeom>
          <a:gradFill rotWithShape="1">
            <a:gsLst>
              <a:gs pos="0">
                <a:srgbClr val="DDDDDD"/>
              </a:gs>
              <a:gs pos="100000">
                <a:srgbClr val="FFFFFF"/>
              </a:gs>
            </a:gsLst>
            <a:lin ang="5400000" scaled="1"/>
          </a:gradFill>
          <a:ln>
            <a:noFill/>
          </a:ln>
          <a:effectLst/>
        </p:spPr>
        <p:txBody>
          <a:bodyPr wrap="none" anchor="ct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400" b="0" i="1" u="none" strike="noStrike" kern="0" cap="none" spc="0" normalizeH="0" baseline="0" noProof="0">
              <a:ln>
                <a:noFill/>
              </a:ln>
              <a:solidFill>
                <a:srgbClr val="000000"/>
              </a:solidFill>
              <a:effectLst/>
              <a:uLnTx/>
              <a:uFillTx/>
              <a:latin typeface="楷体" panose="02010609060101010101" charset="-122"/>
              <a:ea typeface="楷体" panose="02010609060101010101" charset="-122"/>
              <a:cs typeface="+mn-cs"/>
            </a:endParaRPr>
          </a:p>
        </p:txBody>
      </p:sp>
      <p:grpSp>
        <p:nvGrpSpPr>
          <p:cNvPr id="9" name="组合 8"/>
          <p:cNvGrpSpPr/>
          <p:nvPr/>
        </p:nvGrpSpPr>
        <p:grpSpPr>
          <a:xfrm>
            <a:off x="76835" y="167005"/>
            <a:ext cx="8646795" cy="521970"/>
            <a:chOff x="121" y="263"/>
            <a:chExt cx="13617" cy="822"/>
          </a:xfrm>
        </p:grpSpPr>
        <p:sp>
          <p:nvSpPr>
            <p:cNvPr id="2" name="五边形 1"/>
            <p:cNvSpPr/>
            <p:nvPr/>
          </p:nvSpPr>
          <p:spPr>
            <a:xfrm rot="5400000">
              <a:off x="75" y="444"/>
              <a:ext cx="552" cy="460"/>
            </a:xfrm>
            <a:prstGeom prst="homePlate">
              <a:avLst/>
            </a:prstGeom>
            <a:solidFill>
              <a:srgbClr val="19487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cxnSp>
          <p:nvCxnSpPr>
            <p:cNvPr id="5" name="直接连接符 4"/>
            <p:cNvCxnSpPr/>
            <p:nvPr/>
          </p:nvCxnSpPr>
          <p:spPr>
            <a:xfrm>
              <a:off x="726" y="382"/>
              <a:ext cx="0" cy="568"/>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9221" name="TextBox 3"/>
            <p:cNvSpPr txBox="1">
              <a:spLocks noChangeArrowheads="1"/>
            </p:cNvSpPr>
            <p:nvPr/>
          </p:nvSpPr>
          <p:spPr bwMode="auto">
            <a:xfrm>
              <a:off x="726" y="263"/>
              <a:ext cx="13012" cy="822"/>
            </a:xfrm>
            <a:prstGeom prst="rect">
              <a:avLst/>
            </a:prstGeom>
            <a:noFill/>
            <a:ln w="9525">
              <a:noFill/>
              <a:miter lim="800000"/>
            </a:ln>
          </p:spPr>
          <p:txBody>
            <a:bodyPr wrap="square">
              <a:spAutoFit/>
            </a:bodyPr>
            <a:p>
              <a:pPr marR="0" defTabSz="914400">
                <a:buClrTx/>
                <a:buSzTx/>
                <a:buFontTx/>
                <a:defRPr/>
              </a:pPr>
              <a:r>
                <a:rPr kumimoji="0" lang="en-US" altLang="zh-CN" sz="2800" b="1" kern="1200" cap="none" spc="0" normalizeH="0" baseline="0" noProof="0" dirty="0">
                  <a:solidFill>
                    <a:schemeClr val="tx2">
                      <a:lumMod val="75000"/>
                    </a:schemeClr>
                  </a:solidFill>
                  <a:latin typeface="楷体" panose="02010609060101010101" charset="-122"/>
                  <a:ea typeface="楷体" panose="02010609060101010101" charset="-122"/>
                  <a:cs typeface="+mn-cs"/>
                </a:rPr>
                <a:t>2.2碳纤维对二维碳/碳复合材料力学性能的影响 </a:t>
              </a:r>
              <a:endParaRPr kumimoji="0" lang="en-US" altLang="zh-CN" sz="2800" b="1" kern="1200" cap="none" spc="0" normalizeH="0" baseline="0" noProof="0" dirty="0">
                <a:solidFill>
                  <a:schemeClr val="tx2">
                    <a:lumMod val="75000"/>
                  </a:schemeClr>
                </a:solidFill>
                <a:latin typeface="楷体" panose="02010609060101010101" charset="-122"/>
                <a:ea typeface="楷体" panose="02010609060101010101" charset="-122"/>
                <a:cs typeface="+mn-cs"/>
              </a:endParaRPr>
            </a:p>
          </p:txBody>
        </p:sp>
      </p:grpSp>
      <p:grpSp>
        <p:nvGrpSpPr>
          <p:cNvPr id="10249" name="组合 253"/>
          <p:cNvGrpSpPr/>
          <p:nvPr/>
        </p:nvGrpSpPr>
        <p:grpSpPr>
          <a:xfrm>
            <a:off x="946468" y="1021719"/>
            <a:ext cx="6191249" cy="1360170"/>
            <a:chOff x="683667" y="1539830"/>
            <a:chExt cx="4159930" cy="1360180"/>
          </a:xfrm>
        </p:grpSpPr>
        <p:grpSp>
          <p:nvGrpSpPr>
            <p:cNvPr id="10275" name="组合 6"/>
            <p:cNvGrpSpPr/>
            <p:nvPr/>
          </p:nvGrpSpPr>
          <p:grpSpPr>
            <a:xfrm>
              <a:off x="683667" y="1539830"/>
              <a:ext cx="4159930" cy="1360180"/>
              <a:chOff x="1600200" y="634938"/>
              <a:chExt cx="6509675" cy="1784710"/>
            </a:xfrm>
          </p:grpSpPr>
          <p:sp>
            <p:nvSpPr>
              <p:cNvPr id="246" name="Rectangle 5"/>
              <p:cNvSpPr>
                <a:spLocks noChangeArrowheads="1"/>
              </p:cNvSpPr>
              <p:nvPr/>
            </p:nvSpPr>
            <p:spPr bwMode="auto">
              <a:xfrm>
                <a:off x="1600200" y="634938"/>
                <a:ext cx="6509675" cy="1680560"/>
              </a:xfrm>
              <a:prstGeom prst="rect">
                <a:avLst/>
              </a:prstGeom>
              <a:gradFill rotWithShape="1">
                <a:gsLst>
                  <a:gs pos="0">
                    <a:srgbClr val="DDDDDD"/>
                  </a:gs>
                  <a:gs pos="100000">
                    <a:srgbClr val="FFFFFF"/>
                  </a:gs>
                </a:gsLst>
                <a:lin ang="5400000" scaled="1"/>
              </a:gradFill>
              <a:ln>
                <a:noFill/>
              </a:ln>
              <a:effectLst/>
            </p:spPr>
            <p:txBody>
              <a:bodyPr wrap="none" anchor="ct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1" u="none" strike="noStrike" kern="0" cap="none" spc="0" normalizeH="0" baseline="0" noProof="0">
                  <a:ln>
                    <a:noFill/>
                  </a:ln>
                  <a:solidFill>
                    <a:srgbClr val="000000"/>
                  </a:solidFill>
                  <a:effectLst/>
                  <a:uLnTx/>
                  <a:uFillTx/>
                  <a:latin typeface="楷体" panose="02010609060101010101" charset="-122"/>
                  <a:ea typeface="楷体" panose="02010609060101010101" charset="-122"/>
                  <a:cs typeface="+mn-cs"/>
                </a:endParaRPr>
              </a:p>
            </p:txBody>
          </p:sp>
          <p:sp>
            <p:nvSpPr>
              <p:cNvPr id="10282" name="TextBox 64"/>
              <p:cNvSpPr txBox="1"/>
              <p:nvPr/>
            </p:nvSpPr>
            <p:spPr>
              <a:xfrm>
                <a:off x="2386702" y="846570"/>
                <a:ext cx="5722506" cy="1573078"/>
              </a:xfrm>
              <a:prstGeom prst="rect">
                <a:avLst/>
              </a:prstGeom>
              <a:noFill/>
              <a:ln w="9525">
                <a:noFill/>
              </a:ln>
            </p:spPr>
            <p:txBody>
              <a:bodyPr wrap="square">
                <a:spAutoFit/>
              </a:bodyPr>
              <a:p>
                <a:r>
                  <a:rPr lang="zh-CN" altLang="en-US" dirty="0">
                    <a:latin typeface="微软雅黑" panose="020B0503020204020204" charset="-122"/>
                    <a:ea typeface="微软雅黑" panose="020B0503020204020204" charset="-122"/>
                    <a:cs typeface="微软雅黑" panose="020B0503020204020204" charset="-122"/>
                  </a:rPr>
                  <a:t>二维铺层或二维缠绕碳 / 碳复合材料，在 X-Y 面内和 Z 方向上均具有</a:t>
                </a:r>
                <a:r>
                  <a:rPr lang="zh-CN" altLang="en-US" b="1" dirty="0">
                    <a:latin typeface="微软雅黑" panose="020B0503020204020204" charset="-122"/>
                    <a:ea typeface="微软雅黑" panose="020B0503020204020204" charset="-122"/>
                    <a:cs typeface="微软雅黑" panose="020B0503020204020204" charset="-122"/>
                  </a:rPr>
                  <a:t>显著的各向异性</a:t>
                </a:r>
                <a:r>
                  <a:rPr lang="zh-CN" altLang="en-US" dirty="0">
                    <a:latin typeface="微软雅黑" panose="020B0503020204020204" charset="-122"/>
                    <a:ea typeface="微软雅黑" panose="020B0503020204020204" charset="-122"/>
                    <a:cs typeface="微软雅黑" panose="020B0503020204020204" charset="-122"/>
                  </a:rPr>
                  <a:t>。同时，碳纤维的体积分数、碳纤维在基体中的排布方式及纤维取向也将影响</a:t>
                </a:r>
                <a:r>
                  <a:rPr lang="zh-CN" altLang="en-US" dirty="0">
                    <a:latin typeface="微软雅黑" panose="020B0503020204020204" charset="-122"/>
                    <a:ea typeface="微软雅黑" panose="020B0503020204020204" charset="-122"/>
                    <a:cs typeface="微软雅黑" panose="020B0503020204020204" charset="-122"/>
                  </a:rPr>
                  <a:t>复合材料各个方向上的性能。</a:t>
                </a:r>
                <a:endParaRPr lang="zh-CN" altLang="en-US" dirty="0">
                  <a:latin typeface="微软雅黑" panose="020B0503020204020204" charset="-122"/>
                  <a:ea typeface="微软雅黑" panose="020B0503020204020204" charset="-122"/>
                  <a:cs typeface="微软雅黑" panose="020B0503020204020204" charset="-122"/>
                </a:endParaRPr>
              </a:p>
            </p:txBody>
          </p:sp>
        </p:grpSp>
        <p:grpSp>
          <p:nvGrpSpPr>
            <p:cNvPr id="10278" name="组合 49"/>
            <p:cNvGrpSpPr/>
            <p:nvPr/>
          </p:nvGrpSpPr>
          <p:grpSpPr>
            <a:xfrm rot="0">
              <a:off x="914063" y="2079898"/>
              <a:ext cx="191997" cy="382908"/>
              <a:chOff x="1869165" y="1369630"/>
              <a:chExt cx="300426" cy="502869"/>
            </a:xfrm>
          </p:grpSpPr>
          <p:sp>
            <p:nvSpPr>
              <p:cNvPr id="238" name="Rectangle 6"/>
              <p:cNvSpPr>
                <a:spLocks noChangeArrowheads="1"/>
              </p:cNvSpPr>
              <p:nvPr/>
            </p:nvSpPr>
            <p:spPr bwMode="auto">
              <a:xfrm>
                <a:off x="1869165" y="1369630"/>
                <a:ext cx="300426" cy="406131"/>
              </a:xfrm>
              <a:prstGeom prst="rect">
                <a:avLst/>
              </a:prstGeom>
              <a:solidFill>
                <a:srgbClr val="19487C"/>
              </a:solidFill>
              <a:ln>
                <a:noFill/>
              </a:ln>
              <a:effectLst/>
            </p:spPr>
            <p:txBody>
              <a:bodyPr wrap="none" anchor="ct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700" b="0" i="1" u="none" strike="noStrike" kern="0" cap="none" spc="0" normalizeH="0" baseline="0" noProof="0">
                  <a:ln>
                    <a:noFill/>
                  </a:ln>
                  <a:solidFill>
                    <a:srgbClr val="000000"/>
                  </a:solidFill>
                  <a:effectLst/>
                  <a:uLnTx/>
                  <a:uFillTx/>
                  <a:latin typeface="楷体" panose="02010609060101010101" charset="-122"/>
                  <a:ea typeface="楷体" panose="02010609060101010101" charset="-122"/>
                  <a:cs typeface="+mn-cs"/>
                </a:endParaRPr>
              </a:p>
            </p:txBody>
          </p:sp>
          <p:sp>
            <p:nvSpPr>
              <p:cNvPr id="239" name="TextBox 1"/>
              <p:cNvSpPr txBox="1"/>
              <p:nvPr/>
            </p:nvSpPr>
            <p:spPr>
              <a:xfrm>
                <a:off x="1869165" y="1396316"/>
                <a:ext cx="241676" cy="476183"/>
              </a:xfrm>
              <a:prstGeom prst="rect">
                <a:avLst/>
              </a:prstGeom>
              <a:noFill/>
            </p:spPr>
            <p:txBody>
              <a:bodyPr wrap="square">
                <a:noAutofit/>
              </a:bodyPr>
              <a:p>
                <a:pPr marR="0" defTabSz="914400" fontAlgn="auto">
                  <a:spcBef>
                    <a:spcPts val="0"/>
                  </a:spcBef>
                  <a:spcAft>
                    <a:spcPts val="0"/>
                  </a:spcAft>
                  <a:buClrTx/>
                  <a:buSzTx/>
                  <a:buFontTx/>
                  <a:defRPr/>
                </a:pPr>
                <a:r>
                  <a:rPr kumimoji="0" lang="en-US" altLang="zh-CN" sz="1700" b="1" kern="1200" cap="none" spc="0" normalizeH="0" baseline="0" noProof="0" dirty="0">
                    <a:solidFill>
                      <a:srgbClr val="FFFFFF"/>
                    </a:solidFill>
                    <a:effectLst>
                      <a:outerShdw blurRad="38100" dist="38100" dir="2700000" algn="tl">
                        <a:srgbClr val="000000">
                          <a:alpha val="43137"/>
                        </a:srgbClr>
                      </a:outerShdw>
                    </a:effectLst>
                    <a:latin typeface="楷体" panose="02010609060101010101" charset="-122"/>
                    <a:ea typeface="楷体" panose="02010609060101010101" charset="-122"/>
                    <a:cs typeface="+mn-cs"/>
                  </a:rPr>
                  <a:t>1</a:t>
                </a:r>
                <a:endParaRPr kumimoji="0" lang="en-US" altLang="zh-CN" sz="1700" b="1" kern="1200" cap="none" spc="0" normalizeH="0" baseline="0" noProof="0" dirty="0">
                  <a:solidFill>
                    <a:srgbClr val="FFFFFF"/>
                  </a:solidFill>
                  <a:effectLst>
                    <a:outerShdw blurRad="38100" dist="38100" dir="2700000" algn="tl">
                      <a:srgbClr val="000000">
                        <a:alpha val="43137"/>
                      </a:srgbClr>
                    </a:outerShdw>
                  </a:effectLst>
                  <a:latin typeface="楷体" panose="02010609060101010101" charset="-122"/>
                  <a:ea typeface="楷体" panose="02010609060101010101" charset="-122"/>
                  <a:cs typeface="+mn-cs"/>
                </a:endParaRPr>
              </a:p>
            </p:txBody>
          </p:sp>
        </p:grpSp>
      </p:grpSp>
      <p:sp>
        <p:nvSpPr>
          <p:cNvPr id="255" name="Rectangle 5"/>
          <p:cNvSpPr>
            <a:spLocks noChangeArrowheads="1"/>
          </p:cNvSpPr>
          <p:nvPr/>
        </p:nvSpPr>
        <p:spPr bwMode="auto">
          <a:xfrm>
            <a:off x="2233930" y="2781300"/>
            <a:ext cx="8333105" cy="1428115"/>
          </a:xfrm>
          <a:prstGeom prst="rect">
            <a:avLst/>
          </a:prstGeom>
          <a:gradFill rotWithShape="1">
            <a:gsLst>
              <a:gs pos="0">
                <a:srgbClr val="DDDDDD"/>
              </a:gs>
              <a:gs pos="100000">
                <a:srgbClr val="FFFFFF"/>
              </a:gs>
            </a:gsLst>
            <a:lin ang="5400000" scaled="1"/>
          </a:gradFill>
          <a:ln>
            <a:noFill/>
          </a:ln>
          <a:effectLst/>
        </p:spPr>
        <p:txBody>
          <a:bodyPr wrap="none" anchor="ct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1" u="none" strike="noStrike" kern="0" cap="none" spc="0" normalizeH="0" baseline="0" noProof="0">
              <a:ln>
                <a:noFill/>
              </a:ln>
              <a:solidFill>
                <a:srgbClr val="000000"/>
              </a:solidFill>
              <a:effectLst/>
              <a:uLnTx/>
              <a:uFillTx/>
              <a:latin typeface="楷体" panose="02010609060101010101" charset="-122"/>
              <a:ea typeface="楷体" panose="02010609060101010101" charset="-122"/>
              <a:cs typeface="+mn-cs"/>
            </a:endParaRPr>
          </a:p>
        </p:txBody>
      </p:sp>
      <p:grpSp>
        <p:nvGrpSpPr>
          <p:cNvPr id="7" name="组合 6"/>
          <p:cNvGrpSpPr/>
          <p:nvPr/>
        </p:nvGrpSpPr>
        <p:grpSpPr>
          <a:xfrm>
            <a:off x="1861185" y="4953000"/>
            <a:ext cx="372745" cy="352425"/>
            <a:chOff x="2882" y="4692"/>
            <a:chExt cx="2086" cy="555"/>
          </a:xfrm>
        </p:grpSpPr>
        <p:sp>
          <p:nvSpPr>
            <p:cNvPr id="6" name="Rectangle 6"/>
            <p:cNvSpPr>
              <a:spLocks noChangeArrowheads="1"/>
            </p:cNvSpPr>
            <p:nvPr/>
          </p:nvSpPr>
          <p:spPr bwMode="auto">
            <a:xfrm>
              <a:off x="2882" y="4726"/>
              <a:ext cx="1914" cy="487"/>
            </a:xfrm>
            <a:prstGeom prst="rect">
              <a:avLst/>
            </a:prstGeom>
            <a:solidFill>
              <a:srgbClr val="19487C"/>
            </a:solidFill>
            <a:ln>
              <a:noFill/>
            </a:ln>
            <a:effectLst/>
          </p:spPr>
          <p:txBody>
            <a:bodyPr wrap="none" anchor="ct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700" b="0" i="1" u="none" strike="noStrike" kern="0" cap="none" spc="0" normalizeH="0" baseline="0" noProof="0">
                <a:ln>
                  <a:noFill/>
                </a:ln>
                <a:solidFill>
                  <a:srgbClr val="000000"/>
                </a:solidFill>
                <a:effectLst/>
                <a:uLnTx/>
                <a:uFillTx/>
                <a:latin typeface="楷体" panose="02010609060101010101" charset="-122"/>
                <a:ea typeface="楷体" panose="02010609060101010101" charset="-122"/>
                <a:cs typeface="+mn-cs"/>
              </a:endParaRPr>
            </a:p>
          </p:txBody>
        </p:sp>
        <p:sp>
          <p:nvSpPr>
            <p:cNvPr id="4" name="TextBox 1"/>
            <p:cNvSpPr txBox="1"/>
            <p:nvPr/>
          </p:nvSpPr>
          <p:spPr>
            <a:xfrm>
              <a:off x="3040" y="4692"/>
              <a:ext cx="1928" cy="555"/>
            </a:xfrm>
            <a:prstGeom prst="rect">
              <a:avLst/>
            </a:prstGeom>
            <a:noFill/>
          </p:spPr>
          <p:txBody>
            <a:bodyPr wrap="square">
              <a:spAutoFit/>
            </a:bodyPr>
            <a:p>
              <a:pPr marR="0" defTabSz="914400" fontAlgn="auto">
                <a:spcBef>
                  <a:spcPts val="0"/>
                </a:spcBef>
                <a:spcAft>
                  <a:spcPts val="0"/>
                </a:spcAft>
                <a:buClrTx/>
                <a:buSzTx/>
                <a:buFontTx/>
                <a:defRPr/>
              </a:pPr>
              <a:r>
                <a:rPr kumimoji="0" lang="en-US" altLang="zh-CN" sz="1700" b="1" kern="1200" cap="none" spc="0" normalizeH="0" baseline="0" noProof="0" dirty="0">
                  <a:solidFill>
                    <a:srgbClr val="FFFFFF"/>
                  </a:solidFill>
                  <a:effectLst>
                    <a:outerShdw blurRad="38100" dist="38100" dir="2700000" algn="tl">
                      <a:srgbClr val="000000">
                        <a:alpha val="43137"/>
                      </a:srgbClr>
                    </a:outerShdw>
                  </a:effectLst>
                  <a:latin typeface="楷体" panose="02010609060101010101" charset="-122"/>
                  <a:ea typeface="楷体" panose="02010609060101010101" charset="-122"/>
                  <a:cs typeface="+mn-cs"/>
                </a:rPr>
                <a:t>3</a:t>
              </a:r>
              <a:endParaRPr kumimoji="0" lang="en-US" altLang="zh-CN" sz="1700" b="1" kern="1200" cap="none" spc="0" normalizeH="0" baseline="0" noProof="0" dirty="0">
                <a:solidFill>
                  <a:srgbClr val="FFFFFF"/>
                </a:solidFill>
                <a:effectLst>
                  <a:outerShdw blurRad="38100" dist="38100" dir="2700000" algn="tl">
                    <a:srgbClr val="000000">
                      <a:alpha val="43137"/>
                    </a:srgbClr>
                  </a:outerShdw>
                </a:effectLst>
                <a:latin typeface="楷体" panose="02010609060101010101" charset="-122"/>
                <a:ea typeface="楷体" panose="02010609060101010101" charset="-122"/>
                <a:cs typeface="+mn-cs"/>
              </a:endParaRPr>
            </a:p>
          </p:txBody>
        </p:sp>
      </p:grpSp>
      <p:grpSp>
        <p:nvGrpSpPr>
          <p:cNvPr id="8" name="组合 7"/>
          <p:cNvGrpSpPr/>
          <p:nvPr/>
        </p:nvGrpSpPr>
        <p:grpSpPr>
          <a:xfrm>
            <a:off x="10037445" y="3096260"/>
            <a:ext cx="372110" cy="352425"/>
            <a:chOff x="2882" y="4692"/>
            <a:chExt cx="2086" cy="555"/>
          </a:xfrm>
        </p:grpSpPr>
        <p:sp>
          <p:nvSpPr>
            <p:cNvPr id="10" name="Rectangle 6"/>
            <p:cNvSpPr>
              <a:spLocks noChangeArrowheads="1"/>
            </p:cNvSpPr>
            <p:nvPr/>
          </p:nvSpPr>
          <p:spPr bwMode="auto">
            <a:xfrm>
              <a:off x="2882" y="4726"/>
              <a:ext cx="1914" cy="487"/>
            </a:xfrm>
            <a:prstGeom prst="rect">
              <a:avLst/>
            </a:prstGeom>
            <a:solidFill>
              <a:srgbClr val="19487C"/>
            </a:solidFill>
            <a:ln>
              <a:noFill/>
            </a:ln>
            <a:effectLst/>
          </p:spPr>
          <p:txBody>
            <a:bodyPr wrap="none" anchor="ct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700" b="0" i="1" u="none" strike="noStrike" kern="0" cap="none" spc="0" normalizeH="0" baseline="0" noProof="0">
                <a:ln>
                  <a:noFill/>
                </a:ln>
                <a:solidFill>
                  <a:srgbClr val="000000"/>
                </a:solidFill>
                <a:effectLst/>
                <a:uLnTx/>
                <a:uFillTx/>
                <a:latin typeface="楷体" panose="02010609060101010101" charset="-122"/>
                <a:ea typeface="楷体" panose="02010609060101010101" charset="-122"/>
                <a:cs typeface="+mn-cs"/>
              </a:endParaRPr>
            </a:p>
          </p:txBody>
        </p:sp>
        <p:sp>
          <p:nvSpPr>
            <p:cNvPr id="11" name="TextBox 1"/>
            <p:cNvSpPr txBox="1"/>
            <p:nvPr/>
          </p:nvSpPr>
          <p:spPr>
            <a:xfrm>
              <a:off x="3040" y="4692"/>
              <a:ext cx="1928" cy="555"/>
            </a:xfrm>
            <a:prstGeom prst="rect">
              <a:avLst/>
            </a:prstGeom>
            <a:noFill/>
          </p:spPr>
          <p:txBody>
            <a:bodyPr wrap="square">
              <a:spAutoFit/>
            </a:bodyPr>
            <a:p>
              <a:pPr marR="0" defTabSz="914400" fontAlgn="auto">
                <a:spcBef>
                  <a:spcPts val="0"/>
                </a:spcBef>
                <a:spcAft>
                  <a:spcPts val="0"/>
                </a:spcAft>
                <a:buClrTx/>
                <a:buSzTx/>
                <a:buFontTx/>
                <a:defRPr/>
              </a:pPr>
              <a:r>
                <a:rPr kumimoji="0" lang="en-US" altLang="zh-CN" sz="1700" b="1" kern="1200" cap="none" spc="0" normalizeH="0" baseline="0" noProof="0" dirty="0">
                  <a:solidFill>
                    <a:srgbClr val="FFFFFF"/>
                  </a:solidFill>
                  <a:effectLst>
                    <a:outerShdw blurRad="38100" dist="38100" dir="2700000" algn="tl">
                      <a:srgbClr val="000000">
                        <a:alpha val="43137"/>
                      </a:srgbClr>
                    </a:outerShdw>
                  </a:effectLst>
                  <a:latin typeface="楷体" panose="02010609060101010101" charset="-122"/>
                  <a:ea typeface="楷体" panose="02010609060101010101" charset="-122"/>
                  <a:cs typeface="+mn-cs"/>
                </a:rPr>
                <a:t>2</a:t>
              </a:r>
              <a:endParaRPr kumimoji="0" lang="en-US" altLang="zh-CN" sz="1700" b="1" kern="1200" cap="none" spc="0" normalizeH="0" baseline="0" noProof="0" dirty="0">
                <a:solidFill>
                  <a:srgbClr val="FFFFFF"/>
                </a:solidFill>
                <a:effectLst>
                  <a:outerShdw blurRad="38100" dist="38100" dir="2700000" algn="tl">
                    <a:srgbClr val="000000">
                      <a:alpha val="43137"/>
                    </a:srgbClr>
                  </a:outerShdw>
                </a:effectLst>
                <a:latin typeface="楷体" panose="02010609060101010101" charset="-122"/>
                <a:ea typeface="楷体" panose="02010609060101010101" charset="-122"/>
                <a:cs typeface="+mn-cs"/>
              </a:endParaRPr>
            </a:p>
          </p:txBody>
        </p:sp>
      </p:grpSp>
      <p:sp>
        <p:nvSpPr>
          <p:cNvPr id="12" name="TextBox 64"/>
          <p:cNvSpPr txBox="1"/>
          <p:nvPr/>
        </p:nvSpPr>
        <p:spPr>
          <a:xfrm>
            <a:off x="2447290" y="2821305"/>
            <a:ext cx="7359650" cy="1011555"/>
          </a:xfrm>
          <a:prstGeom prst="rect">
            <a:avLst/>
          </a:prstGeom>
          <a:noFill/>
          <a:ln w="9525">
            <a:noFill/>
          </a:ln>
        </p:spPr>
        <p:txBody>
          <a:bodyPr wrap="square">
            <a:noAutofit/>
          </a:bodyPr>
          <a:p>
            <a:r>
              <a:rPr lang="zh-CN" altLang="en-US" dirty="0">
                <a:latin typeface="微软雅黑" panose="020B0503020204020204" charset="-122"/>
                <a:ea typeface="微软雅黑" panose="020B0503020204020204" charset="-122"/>
                <a:cs typeface="微软雅黑" panose="020B0503020204020204" charset="-122"/>
              </a:rPr>
              <a:t>碳纤维纤维束的规格。一般而言，</a:t>
            </a:r>
            <a:r>
              <a:rPr lang="zh-CN" altLang="en-US" b="1" dirty="0">
                <a:latin typeface="微软雅黑" panose="020B0503020204020204" charset="-122"/>
                <a:ea typeface="微软雅黑" panose="020B0503020204020204" charset="-122"/>
                <a:cs typeface="微软雅黑" panose="020B0503020204020204" charset="-122"/>
              </a:rPr>
              <a:t>K 数越低的纤维束具有更好的刚度和顺滑度</a:t>
            </a:r>
            <a:r>
              <a:rPr lang="zh-CN" altLang="en-US" dirty="0">
                <a:latin typeface="微软雅黑" panose="020B0503020204020204" charset="-122"/>
                <a:ea typeface="微软雅黑" panose="020B0503020204020204" charset="-122"/>
                <a:cs typeface="微软雅黑" panose="020B0503020204020204" charset="-122"/>
              </a:rPr>
              <a:t>。结果表明 1K 碳布的显微组织结构更加均匀和致密，弯曲强度较 3K 碳布更大。近年来大丝束纤维得到发展，在降低制备成本的同时，获得与小丝束相近的物理力学性能。</a:t>
            </a:r>
            <a:endParaRPr lang="zh-CN" altLang="en-US" dirty="0">
              <a:latin typeface="微软雅黑" panose="020B0503020204020204" charset="-122"/>
              <a:ea typeface="微软雅黑" panose="020B0503020204020204" charset="-122"/>
              <a:cs typeface="微软雅黑" panose="020B0503020204020204" charset="-122"/>
            </a:endParaRPr>
          </a:p>
        </p:txBody>
      </p:sp>
      <p:sp>
        <p:nvSpPr>
          <p:cNvPr id="13" name="TextBox 64"/>
          <p:cNvSpPr txBox="1"/>
          <p:nvPr/>
        </p:nvSpPr>
        <p:spPr>
          <a:xfrm>
            <a:off x="2447290" y="4487545"/>
            <a:ext cx="5331460" cy="1476375"/>
          </a:xfrm>
          <a:prstGeom prst="rect">
            <a:avLst/>
          </a:prstGeom>
          <a:noFill/>
          <a:ln w="9525">
            <a:noFill/>
          </a:ln>
        </p:spPr>
        <p:txBody>
          <a:bodyPr wrap="square">
            <a:spAutoFit/>
          </a:bodyPr>
          <a:p>
            <a:r>
              <a:rPr lang="zh-CN" altLang="en-US" dirty="0">
                <a:latin typeface="微软雅黑" panose="020B0503020204020204" charset="-122"/>
                <a:ea typeface="微软雅黑" panose="020B0503020204020204" charset="-122"/>
                <a:cs typeface="微软雅黑" panose="020B0503020204020204" charset="-122"/>
              </a:rPr>
              <a:t>二维碳 / 碳复合材料的碳布预制体通常具有</a:t>
            </a:r>
            <a:r>
              <a:rPr lang="zh-CN" altLang="en-US" b="1" dirty="0">
                <a:latin typeface="微软雅黑" panose="020B0503020204020204" charset="-122"/>
                <a:ea typeface="微软雅黑" panose="020B0503020204020204" charset="-122"/>
                <a:cs typeface="微软雅黑" panose="020B0503020204020204" charset="-122"/>
              </a:rPr>
              <a:t>平纹、斜纹和缎纹</a:t>
            </a:r>
            <a:r>
              <a:rPr lang="zh-CN" altLang="en-US" dirty="0">
                <a:latin typeface="微软雅黑" panose="020B0503020204020204" charset="-122"/>
                <a:ea typeface="微软雅黑" panose="020B0503020204020204" charset="-122"/>
                <a:cs typeface="微软雅黑" panose="020B0503020204020204" charset="-122"/>
              </a:rPr>
              <a:t>三种编织方式，结果表明，由四枚缎纹制得的复合材料拉伸强度和面内压缩强度均略低于八枚缎纹的，其主要的原因在于</a:t>
            </a:r>
            <a:r>
              <a:rPr lang="zh-CN" altLang="en-US" b="1" dirty="0">
                <a:latin typeface="微软雅黑" panose="020B0503020204020204" charset="-122"/>
                <a:ea typeface="微软雅黑" panose="020B0503020204020204" charset="-122"/>
                <a:cs typeface="微软雅黑" panose="020B0503020204020204" charset="-122"/>
              </a:rPr>
              <a:t>不同的编织结构对纤维材料的弯曲程度不同</a:t>
            </a:r>
            <a:r>
              <a:rPr lang="zh-CN" altLang="en-US" dirty="0">
                <a:latin typeface="微软雅黑" panose="020B0503020204020204" charset="-122"/>
                <a:ea typeface="微软雅黑" panose="020B0503020204020204" charset="-122"/>
                <a:cs typeface="微软雅黑" panose="020B0503020204020204" charset="-122"/>
              </a:rPr>
              <a:t>。</a:t>
            </a:r>
            <a:endParaRPr lang="zh-CN" altLang="en-US" dirty="0">
              <a:latin typeface="微软雅黑" panose="020B0503020204020204" charset="-122"/>
              <a:ea typeface="微软雅黑" panose="020B0503020204020204" charset="-122"/>
              <a:cs typeface="微软雅黑" panose="020B0503020204020204" charset="-122"/>
            </a:endParaRPr>
          </a:p>
        </p:txBody>
      </p:sp>
      <p:pic>
        <p:nvPicPr>
          <p:cNvPr id="14" name="图片 13" descr="微信截图_20230606154941"/>
          <p:cNvPicPr>
            <a:picLocks noChangeAspect="1"/>
          </p:cNvPicPr>
          <p:nvPr/>
        </p:nvPicPr>
        <p:blipFill>
          <a:blip r:embed="rId2"/>
          <a:stretch>
            <a:fillRect/>
          </a:stretch>
        </p:blipFill>
        <p:spPr>
          <a:xfrm>
            <a:off x="7992110" y="4215765"/>
            <a:ext cx="3790950" cy="17145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9" name="组合 8"/>
          <p:cNvGrpSpPr/>
          <p:nvPr/>
        </p:nvGrpSpPr>
        <p:grpSpPr>
          <a:xfrm>
            <a:off x="76835" y="167005"/>
            <a:ext cx="9749155" cy="521970"/>
            <a:chOff x="121" y="263"/>
            <a:chExt cx="15353" cy="822"/>
          </a:xfrm>
        </p:grpSpPr>
        <p:sp>
          <p:nvSpPr>
            <p:cNvPr id="2" name="五边形 1"/>
            <p:cNvSpPr/>
            <p:nvPr/>
          </p:nvSpPr>
          <p:spPr>
            <a:xfrm rot="5400000">
              <a:off x="75" y="444"/>
              <a:ext cx="552" cy="460"/>
            </a:xfrm>
            <a:prstGeom prst="homePlate">
              <a:avLst/>
            </a:prstGeom>
            <a:solidFill>
              <a:srgbClr val="19487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cxnSp>
          <p:nvCxnSpPr>
            <p:cNvPr id="5" name="直接连接符 4"/>
            <p:cNvCxnSpPr/>
            <p:nvPr/>
          </p:nvCxnSpPr>
          <p:spPr>
            <a:xfrm>
              <a:off x="726" y="382"/>
              <a:ext cx="0" cy="568"/>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9221" name="TextBox 3"/>
            <p:cNvSpPr txBox="1">
              <a:spLocks noChangeArrowheads="1"/>
            </p:cNvSpPr>
            <p:nvPr/>
          </p:nvSpPr>
          <p:spPr bwMode="auto">
            <a:xfrm>
              <a:off x="726" y="263"/>
              <a:ext cx="14748" cy="822"/>
            </a:xfrm>
            <a:prstGeom prst="rect">
              <a:avLst/>
            </a:prstGeom>
            <a:noFill/>
            <a:ln w="9525">
              <a:noFill/>
              <a:miter lim="800000"/>
            </a:ln>
          </p:spPr>
          <p:txBody>
            <a:bodyPr wrap="square">
              <a:spAutoFit/>
            </a:bodyPr>
            <a:p>
              <a:pPr marR="0" defTabSz="914400">
                <a:buClrTx/>
                <a:buSzTx/>
                <a:buFontTx/>
                <a:defRPr/>
              </a:pPr>
              <a:r>
                <a:rPr kumimoji="0" lang="en-US" altLang="zh-CN" sz="2800" b="1" kern="1200" cap="none" spc="0" normalizeH="0" baseline="0" noProof="0" dirty="0">
                  <a:solidFill>
                    <a:schemeClr val="tx2">
                      <a:lumMod val="75000"/>
                    </a:schemeClr>
                  </a:solidFill>
                  <a:latin typeface="楷体" panose="02010609060101010101" charset="-122"/>
                  <a:ea typeface="楷体" panose="02010609060101010101" charset="-122"/>
                  <a:cs typeface="+mn-cs"/>
                </a:rPr>
                <a:t>2.3纤维/基体界面对二维碳/碳复合材料力学性能的影响</a:t>
              </a:r>
              <a:endParaRPr kumimoji="0" lang="en-US" altLang="zh-CN" sz="2800" b="1" kern="1200" cap="none" spc="0" normalizeH="0" baseline="0" noProof="0" dirty="0">
                <a:solidFill>
                  <a:schemeClr val="tx2">
                    <a:lumMod val="75000"/>
                  </a:schemeClr>
                </a:solidFill>
                <a:latin typeface="楷体" panose="02010609060101010101" charset="-122"/>
                <a:ea typeface="楷体" panose="02010609060101010101" charset="-122"/>
                <a:cs typeface="+mn-cs"/>
              </a:endParaRPr>
            </a:p>
          </p:txBody>
        </p:sp>
      </p:grpSp>
      <p:sp>
        <p:nvSpPr>
          <p:cNvPr id="33" name="文本框 32"/>
          <p:cNvSpPr txBox="1"/>
          <p:nvPr/>
        </p:nvSpPr>
        <p:spPr>
          <a:xfrm>
            <a:off x="163195" y="821690"/>
            <a:ext cx="11177905" cy="2168525"/>
          </a:xfrm>
          <a:prstGeom prst="rect">
            <a:avLst/>
          </a:prstGeom>
          <a:noFill/>
        </p:spPr>
        <p:txBody>
          <a:bodyPr wrap="square" rtlCol="0" anchor="t">
            <a:spAutoFit/>
          </a:bodyPr>
          <a:p>
            <a:pPr indent="457200" fontAlgn="auto">
              <a:lnSpc>
                <a:spcPct val="150000"/>
              </a:lnSpc>
              <a:extLst>
                <a:ext uri="{35155182-B16C-46BC-9424-99874614C6A1}">
                  <wpsdc:indentchars xmlns:wpsdc="http://www.wps.cn/officeDocument/2017/drawingmlCustomData" val="200" checksum="59296752"/>
                </a:ext>
              </a:extLst>
            </a:pPr>
            <a:r>
              <a:rPr>
                <a:latin typeface="Times New Roman" panose="02020603050405020304" charset="0"/>
                <a:cs typeface="Times New Roman" panose="02020603050405020304" charset="0"/>
              </a:rPr>
              <a:t>通常选用</a:t>
            </a:r>
            <a:r>
              <a:rPr lang="zh-CN">
                <a:latin typeface="Times New Roman" panose="02020603050405020304" charset="0"/>
                <a:cs typeface="Times New Roman" panose="02020603050405020304" charset="0"/>
              </a:rPr>
              <a:t>层剪强度</a:t>
            </a:r>
            <a:r>
              <a:rPr lang="en-US" altLang="zh-CN">
                <a:latin typeface="Times New Roman" panose="02020603050405020304" charset="0"/>
                <a:cs typeface="Times New Roman" panose="02020603050405020304" charset="0"/>
              </a:rPr>
              <a:t>(</a:t>
            </a:r>
            <a:r>
              <a:rPr lang="en-US" altLang="zh-CN">
                <a:latin typeface="Times New Roman" panose="02020603050405020304" charset="0"/>
                <a:cs typeface="Times New Roman" panose="02020603050405020304" charset="0"/>
              </a:rPr>
              <a:t>ILSS)</a:t>
            </a:r>
            <a:r>
              <a:rPr>
                <a:latin typeface="Times New Roman" panose="02020603050405020304" charset="0"/>
                <a:cs typeface="Times New Roman" panose="02020603050405020304" charset="0"/>
              </a:rPr>
              <a:t>作为衡量纤维/基体界面性能的重要指标</a:t>
            </a:r>
            <a:r>
              <a:rPr lang="zh-CN">
                <a:latin typeface="Times New Roman" panose="02020603050405020304" charset="0"/>
                <a:cs typeface="Times New Roman" panose="02020603050405020304" charset="0"/>
              </a:rPr>
              <a:t>。</a:t>
            </a:r>
            <a:endParaRPr lang="zh-CN">
              <a:latin typeface="Times New Roman" panose="02020603050405020304" charset="0"/>
              <a:cs typeface="Times New Roman" panose="02020603050405020304" charset="0"/>
            </a:endParaRPr>
          </a:p>
          <a:p>
            <a:pPr indent="457200" fontAlgn="auto">
              <a:lnSpc>
                <a:spcPct val="150000"/>
              </a:lnSpc>
              <a:extLst>
                <a:ext uri="{35155182-B16C-46BC-9424-99874614C6A1}">
                  <wpsdc:indentchars xmlns:wpsdc="http://www.wps.cn/officeDocument/2017/drawingmlCustomData" val="200" checksum="59296752"/>
                </a:ext>
              </a:extLst>
            </a:pPr>
            <a:r>
              <a:rPr lang="en-US" altLang="zh-CN">
                <a:latin typeface="Times New Roman" panose="02020603050405020304" charset="0"/>
                <a:cs typeface="Times New Roman" panose="02020603050405020304" charset="0"/>
              </a:rPr>
              <a:t>1</a:t>
            </a:r>
            <a:r>
              <a:rPr lang="zh-CN" altLang="en-US">
                <a:latin typeface="Times New Roman" panose="02020603050405020304" charset="0"/>
                <a:cs typeface="Times New Roman" panose="02020603050405020304" charset="0"/>
              </a:rPr>
              <a:t>）</a:t>
            </a:r>
            <a:r>
              <a:rPr>
                <a:latin typeface="Times New Roman" panose="02020603050405020304" charset="0"/>
                <a:cs typeface="Times New Roman" panose="02020603050405020304" charset="0"/>
              </a:rPr>
              <a:t>ILSS 较大，即纤维基体间</a:t>
            </a:r>
            <a:r>
              <a:rPr b="1">
                <a:latin typeface="Times New Roman" panose="02020603050405020304" charset="0"/>
                <a:cs typeface="Times New Roman" panose="02020603050405020304" charset="0"/>
              </a:rPr>
              <a:t>粘结性强</a:t>
            </a:r>
            <a:r>
              <a:rPr>
                <a:latin typeface="Times New Roman" panose="02020603050405020304" charset="0"/>
                <a:cs typeface="Times New Roman" panose="02020603050405020304" charset="0"/>
              </a:rPr>
              <a:t>时，复合材料通常能够具有</a:t>
            </a:r>
            <a:r>
              <a:rPr b="1">
                <a:latin typeface="Times New Roman" panose="02020603050405020304" charset="0"/>
                <a:cs typeface="Times New Roman" panose="02020603050405020304" charset="0"/>
              </a:rPr>
              <a:t>较好的强度和刚度</a:t>
            </a:r>
            <a:r>
              <a:rPr>
                <a:latin typeface="Times New Roman" panose="02020603050405020304" charset="0"/>
                <a:cs typeface="Times New Roman" panose="02020603050405020304" charset="0"/>
              </a:rPr>
              <a:t>，但 ILSS 过大时可能会诱发材料的</a:t>
            </a:r>
            <a:r>
              <a:rPr b="1">
                <a:latin typeface="Times New Roman" panose="02020603050405020304" charset="0"/>
                <a:cs typeface="Times New Roman" panose="02020603050405020304" charset="0"/>
              </a:rPr>
              <a:t>脆断</a:t>
            </a:r>
            <a:r>
              <a:rPr>
                <a:latin typeface="Times New Roman" panose="02020603050405020304" charset="0"/>
                <a:cs typeface="Times New Roman" panose="02020603050405020304" charset="0"/>
              </a:rPr>
              <a:t>，损失一定的断裂韧性</a:t>
            </a:r>
            <a:r>
              <a:rPr lang="zh-CN">
                <a:latin typeface="Times New Roman" panose="02020603050405020304" charset="0"/>
                <a:cs typeface="Times New Roman" panose="02020603050405020304" charset="0"/>
              </a:rPr>
              <a:t>。</a:t>
            </a:r>
            <a:endParaRPr>
              <a:latin typeface="Times New Roman" panose="02020603050405020304" charset="0"/>
              <a:cs typeface="Times New Roman" panose="02020603050405020304" charset="0"/>
            </a:endParaRPr>
          </a:p>
          <a:p>
            <a:pPr indent="457200" fontAlgn="auto">
              <a:lnSpc>
                <a:spcPct val="150000"/>
              </a:lnSpc>
              <a:extLst>
                <a:ext uri="{35155182-B16C-46BC-9424-99874614C6A1}">
                  <wpsdc:indentchars xmlns:wpsdc="http://www.wps.cn/officeDocument/2017/drawingmlCustomData" val="200" checksum="59296752"/>
                </a:ext>
              </a:extLst>
            </a:pPr>
            <a:r>
              <a:rPr lang="en-US">
                <a:latin typeface="Times New Roman" panose="02020603050405020304" charset="0"/>
                <a:cs typeface="Times New Roman" panose="02020603050405020304" charset="0"/>
              </a:rPr>
              <a:t>2</a:t>
            </a:r>
            <a:r>
              <a:rPr lang="zh-CN" altLang="en-US">
                <a:latin typeface="Times New Roman" panose="02020603050405020304" charset="0"/>
                <a:cs typeface="Times New Roman" panose="02020603050405020304" charset="0"/>
              </a:rPr>
              <a:t>）</a:t>
            </a:r>
            <a:r>
              <a:rPr>
                <a:latin typeface="Times New Roman" panose="02020603050405020304" charset="0"/>
                <a:cs typeface="Times New Roman" panose="02020603050405020304" charset="0"/>
              </a:rPr>
              <a:t>ILSS 较小，即纤维基体粘结性弱时，界面倾向于将微裂纹的扩展重新引导向自身，从而</a:t>
            </a:r>
            <a:r>
              <a:rPr b="1">
                <a:latin typeface="Times New Roman" panose="02020603050405020304" charset="0"/>
                <a:cs typeface="Times New Roman" panose="02020603050405020304" charset="0"/>
              </a:rPr>
              <a:t>提高了断裂韧性</a:t>
            </a:r>
            <a:r>
              <a:rPr>
                <a:latin typeface="Times New Roman" panose="02020603050405020304" charset="0"/>
                <a:cs typeface="Times New Roman" panose="02020603050405020304" charset="0"/>
              </a:rPr>
              <a:t>，但 ILSS过小时，材料将无法满足实际所需的强度和模量。</a:t>
            </a:r>
            <a:endParaRPr>
              <a:latin typeface="Times New Roman" panose="02020603050405020304" charset="0"/>
              <a:cs typeface="Times New Roman" panose="02020603050405020304" charset="0"/>
            </a:endParaRPr>
          </a:p>
        </p:txBody>
      </p:sp>
      <p:sp>
        <p:nvSpPr>
          <p:cNvPr id="11" name="文本框 10"/>
          <p:cNvSpPr txBox="1"/>
          <p:nvPr/>
        </p:nvSpPr>
        <p:spPr>
          <a:xfrm>
            <a:off x="4736465" y="3251835"/>
            <a:ext cx="7124700" cy="2584450"/>
          </a:xfrm>
          <a:prstGeom prst="rect">
            <a:avLst/>
          </a:prstGeom>
          <a:noFill/>
        </p:spPr>
        <p:txBody>
          <a:bodyPr wrap="square" rtlCol="0" anchor="t">
            <a:spAutoFit/>
          </a:bodyPr>
          <a:p>
            <a:pPr indent="457200" fontAlgn="auto">
              <a:lnSpc>
                <a:spcPct val="150000"/>
              </a:lnSpc>
              <a:extLst>
                <a:ext uri="{35155182-B16C-46BC-9424-99874614C6A1}">
                  <wpsdc:indentchars xmlns:wpsdc="http://www.wps.cn/officeDocument/2017/drawingmlCustomData" val="200" checksum="59296752"/>
                </a:ext>
              </a:extLst>
            </a:pPr>
            <a:r>
              <a:rPr>
                <a:latin typeface="微软雅黑" panose="020B0503020204020204" charset="-122"/>
                <a:ea typeface="微软雅黑" panose="020B0503020204020204" charset="-122"/>
                <a:cs typeface="微软雅黑" panose="020B0503020204020204" charset="-122"/>
              </a:rPr>
              <a:t>Tzeng等人用不同浓度的石油沥青为前驱体制备碳涂层涂覆在二维碳布表面，结果表明，新引入的沥青基碳层</a:t>
            </a:r>
            <a:r>
              <a:rPr b="1">
                <a:latin typeface="微软雅黑" panose="020B0503020204020204" charset="-122"/>
                <a:ea typeface="微软雅黑" panose="020B0503020204020204" charset="-122"/>
                <a:cs typeface="微软雅黑" panose="020B0503020204020204" charset="-122"/>
              </a:rPr>
              <a:t>降低了原纤维 / 基体间的结合</a:t>
            </a:r>
            <a:r>
              <a:rPr>
                <a:latin typeface="微软雅黑" panose="020B0503020204020204" charset="-122"/>
                <a:ea typeface="微软雅黑" panose="020B0503020204020204" charset="-122"/>
                <a:cs typeface="微软雅黑" panose="020B0503020204020204" charset="-122"/>
              </a:rPr>
              <a:t>，当选取合适的沥青浓度，</a:t>
            </a:r>
            <a:r>
              <a:rPr b="1">
                <a:latin typeface="微软雅黑" panose="020B0503020204020204" charset="-122"/>
                <a:ea typeface="微软雅黑" panose="020B0503020204020204" charset="-122"/>
                <a:cs typeface="微软雅黑" panose="020B0503020204020204" charset="-122"/>
              </a:rPr>
              <a:t>1000℃碳化后，可以同时提高弯曲强度和断裂韧性</a:t>
            </a:r>
            <a:r>
              <a:rPr>
                <a:latin typeface="微软雅黑" panose="020B0503020204020204" charset="-122"/>
                <a:ea typeface="微软雅黑" panose="020B0503020204020204" charset="-122"/>
                <a:cs typeface="微软雅黑" panose="020B0503020204020204" charset="-122"/>
              </a:rPr>
              <a:t>。</a:t>
            </a:r>
            <a:endParaRPr>
              <a:latin typeface="微软雅黑" panose="020B0503020204020204" charset="-122"/>
              <a:ea typeface="微软雅黑" panose="020B0503020204020204" charset="-122"/>
              <a:cs typeface="微软雅黑" panose="020B0503020204020204" charset="-122"/>
            </a:endParaRPr>
          </a:p>
          <a:p>
            <a:pPr indent="457200" fontAlgn="auto">
              <a:lnSpc>
                <a:spcPct val="150000"/>
              </a:lnSpc>
              <a:extLst>
                <a:ext uri="{35155182-B16C-46BC-9424-99874614C6A1}">
                  <wpsdc:indentchars xmlns:wpsdc="http://www.wps.cn/officeDocument/2017/drawingmlCustomData" val="200" checksum="59296752"/>
                </a:ext>
              </a:extLst>
            </a:pPr>
            <a:r>
              <a:rPr>
                <a:latin typeface="微软雅黑" panose="020B0503020204020204" charset="-122"/>
                <a:ea typeface="微软雅黑" panose="020B0503020204020204" charset="-122"/>
                <a:cs typeface="微软雅黑" panose="020B0503020204020204" charset="-122"/>
              </a:rPr>
              <a:t>因此通过</a:t>
            </a:r>
            <a:r>
              <a:rPr b="1">
                <a:latin typeface="微软雅黑" panose="020B0503020204020204" charset="-122"/>
                <a:ea typeface="微软雅黑" panose="020B0503020204020204" charset="-122"/>
                <a:cs typeface="微软雅黑" panose="020B0503020204020204" charset="-122"/>
              </a:rPr>
              <a:t>引入合适的涂层充当新界面</a:t>
            </a:r>
            <a:r>
              <a:rPr>
                <a:latin typeface="微软雅黑" panose="020B0503020204020204" charset="-122"/>
                <a:ea typeface="微软雅黑" panose="020B0503020204020204" charset="-122"/>
                <a:cs typeface="微软雅黑" panose="020B0503020204020204" charset="-122"/>
              </a:rPr>
              <a:t>来改变原纤维/基体界面性能，从而改变碳/碳复合材料力学性能的行为是可行的。</a:t>
            </a:r>
            <a:endParaRPr>
              <a:latin typeface="微软雅黑" panose="020B0503020204020204" charset="-122"/>
              <a:ea typeface="微软雅黑" panose="020B0503020204020204" charset="-122"/>
              <a:cs typeface="微软雅黑" panose="020B0503020204020204" charset="-122"/>
            </a:endParaRPr>
          </a:p>
        </p:txBody>
      </p:sp>
      <p:pic>
        <p:nvPicPr>
          <p:cNvPr id="3" name="图片 2"/>
          <p:cNvPicPr>
            <a:picLocks noChangeAspect="1"/>
          </p:cNvPicPr>
          <p:nvPr>
            <p:custDataLst>
              <p:tags r:id="rId1"/>
            </p:custDataLst>
          </p:nvPr>
        </p:nvPicPr>
        <p:blipFill>
          <a:blip r:embed="rId2"/>
          <a:stretch>
            <a:fillRect/>
          </a:stretch>
        </p:blipFill>
        <p:spPr>
          <a:xfrm>
            <a:off x="1117600" y="3044190"/>
            <a:ext cx="3117850" cy="296291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Freeform 26"/>
          <p:cNvSpPr/>
          <p:nvPr/>
        </p:nvSpPr>
        <p:spPr bwMode="auto">
          <a:xfrm rot="5400000">
            <a:off x="-3020903" y="2964392"/>
            <a:ext cx="6857997" cy="929221"/>
          </a:xfrm>
          <a:custGeom>
            <a:avLst/>
            <a:gdLst/>
            <a:ahLst/>
            <a:cxnLst>
              <a:cxn ang="0">
                <a:pos x="2861" y="904"/>
              </a:cxn>
              <a:cxn ang="0">
                <a:pos x="2861" y="0"/>
              </a:cxn>
              <a:cxn ang="0">
                <a:pos x="1382" y="332"/>
              </a:cxn>
              <a:cxn ang="0">
                <a:pos x="0" y="46"/>
              </a:cxn>
              <a:cxn ang="0">
                <a:pos x="0" y="904"/>
              </a:cxn>
              <a:cxn ang="0">
                <a:pos x="2861" y="904"/>
              </a:cxn>
            </a:cxnLst>
            <a:rect l="0" t="0" r="r" b="b"/>
            <a:pathLst>
              <a:path w="2861" h="904">
                <a:moveTo>
                  <a:pt x="2861" y="904"/>
                </a:moveTo>
                <a:cubicBezTo>
                  <a:pt x="2861" y="0"/>
                  <a:pt x="2861" y="0"/>
                  <a:pt x="2861" y="0"/>
                </a:cubicBezTo>
                <a:cubicBezTo>
                  <a:pt x="2414" y="221"/>
                  <a:pt x="1921" y="332"/>
                  <a:pt x="1382" y="332"/>
                </a:cubicBezTo>
                <a:cubicBezTo>
                  <a:pt x="882" y="332"/>
                  <a:pt x="421" y="237"/>
                  <a:pt x="0" y="46"/>
                </a:cubicBezTo>
                <a:cubicBezTo>
                  <a:pt x="0" y="904"/>
                  <a:pt x="0" y="904"/>
                  <a:pt x="0" y="904"/>
                </a:cubicBezTo>
                <a:cubicBezTo>
                  <a:pt x="2861" y="904"/>
                  <a:pt x="2861" y="904"/>
                  <a:pt x="2861" y="904"/>
                </a:cubicBezTo>
                <a:close/>
              </a:path>
            </a:pathLst>
          </a:custGeom>
          <a:gradFill flip="none" rotWithShape="1">
            <a:gsLst>
              <a:gs pos="0">
                <a:schemeClr val="bg1">
                  <a:lumMod val="75000"/>
                </a:schemeClr>
              </a:gs>
              <a:gs pos="59000">
                <a:schemeClr val="bg1">
                  <a:lumMod val="95000"/>
                </a:schemeClr>
              </a:gs>
              <a:gs pos="100000">
                <a:schemeClr val="bg1">
                  <a:lumMod val="75000"/>
                </a:schemeClr>
              </a:gs>
            </a:gsLst>
            <a:path path="circle">
              <a:fillToRect l="100000" t="100000"/>
            </a:path>
            <a:tileRect r="-100000" b="-100000"/>
          </a:gradFill>
          <a:ln w="9525">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8" name="Freeform 107"/>
          <p:cNvSpPr/>
          <p:nvPr/>
        </p:nvSpPr>
        <p:spPr bwMode="auto">
          <a:xfrm rot="5400000">
            <a:off x="-2343825" y="2352649"/>
            <a:ext cx="6857999" cy="2152708"/>
          </a:xfrm>
          <a:custGeom>
            <a:avLst/>
            <a:gdLst/>
            <a:ahLst/>
            <a:cxnLst>
              <a:cxn ang="0">
                <a:pos x="2129" y="670"/>
              </a:cxn>
              <a:cxn ang="0">
                <a:pos x="2129" y="640"/>
              </a:cxn>
              <a:cxn ang="0">
                <a:pos x="0" y="0"/>
              </a:cxn>
              <a:cxn ang="0">
                <a:pos x="0" y="688"/>
              </a:cxn>
              <a:cxn ang="0">
                <a:pos x="1053" y="1054"/>
              </a:cxn>
              <a:cxn ang="0">
                <a:pos x="2129" y="670"/>
              </a:cxn>
            </a:cxnLst>
            <a:rect l="0" t="0" r="r" b="b"/>
            <a:pathLst>
              <a:path w="2129" h="1054">
                <a:moveTo>
                  <a:pt x="2129" y="670"/>
                </a:moveTo>
                <a:cubicBezTo>
                  <a:pt x="2129" y="640"/>
                  <a:pt x="2129" y="640"/>
                  <a:pt x="2129" y="640"/>
                </a:cubicBezTo>
                <a:cubicBezTo>
                  <a:pt x="1070" y="830"/>
                  <a:pt x="360" y="617"/>
                  <a:pt x="0" y="0"/>
                </a:cubicBezTo>
                <a:cubicBezTo>
                  <a:pt x="0" y="688"/>
                  <a:pt x="0" y="688"/>
                  <a:pt x="0" y="688"/>
                </a:cubicBezTo>
                <a:cubicBezTo>
                  <a:pt x="310" y="932"/>
                  <a:pt x="661" y="1054"/>
                  <a:pt x="1053" y="1054"/>
                </a:cubicBezTo>
                <a:cubicBezTo>
                  <a:pt x="1454" y="1054"/>
                  <a:pt x="1813" y="926"/>
                  <a:pt x="2129" y="670"/>
                </a:cubicBezTo>
                <a:close/>
              </a:path>
            </a:pathLst>
          </a:custGeom>
          <a:solidFill>
            <a:srgbClr val="19487C"/>
          </a:solidFill>
          <a:ln w="9525">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2" name="标题 1"/>
          <p:cNvSpPr txBox="1"/>
          <p:nvPr/>
        </p:nvSpPr>
        <p:spPr>
          <a:xfrm>
            <a:off x="5231130" y="2115185"/>
            <a:ext cx="4157980" cy="85725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4800" dirty="0" smtClean="0">
                <a:solidFill>
                  <a:srgbClr val="19487C"/>
                </a:solidFill>
                <a:latin typeface="楷体" panose="02010609060101010101" charset="-122"/>
                <a:ea typeface="楷体" panose="02010609060101010101" charset="-122"/>
                <a:cs typeface="楷体" panose="02010609060101010101" charset="-122"/>
              </a:rPr>
              <a:t>结论</a:t>
            </a:r>
            <a:endParaRPr kumimoji="1" lang="zh-CN" altLang="en-US" sz="4800" dirty="0" smtClean="0">
              <a:solidFill>
                <a:srgbClr val="19487C"/>
              </a:solidFill>
              <a:latin typeface="楷体" panose="02010609060101010101" charset="-122"/>
              <a:ea typeface="楷体" panose="02010609060101010101" charset="-122"/>
              <a:cs typeface="楷体" panose="02010609060101010101" charset="-122"/>
            </a:endParaRPr>
          </a:p>
        </p:txBody>
      </p:sp>
      <p:sp>
        <p:nvSpPr>
          <p:cNvPr id="27" name="椭圆 26"/>
          <p:cNvSpPr/>
          <p:nvPr/>
        </p:nvSpPr>
        <p:spPr>
          <a:xfrm>
            <a:off x="4114842" y="2115256"/>
            <a:ext cx="754980" cy="781014"/>
          </a:xfrm>
          <a:prstGeom prst="ellipse">
            <a:avLst/>
          </a:prstGeom>
          <a:solidFill>
            <a:srgbClr val="19487C"/>
          </a:solidFill>
          <a:ln>
            <a:solidFill>
              <a:srgbClr val="F8EDEE"/>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35" tIns="45717" rIns="91435" bIns="45717" numCol="1" spcCol="0" rtlCol="0" fromWordArt="0" anchor="ctr" anchorCtr="0" forceAA="0" compatLnSpc="1">
            <a:noAutofit/>
          </a:bodyPr>
          <a:p>
            <a:pPr algn="ctr"/>
            <a:r>
              <a:rPr lang="en-US" altLang="zh-CN" sz="3600"/>
              <a:t>3</a:t>
            </a:r>
            <a:endParaRPr lang="en-US" altLang="zh-CN" sz="3600"/>
          </a:p>
        </p:txBody>
      </p:sp>
      <p:pic>
        <p:nvPicPr>
          <p:cNvPr id="18" name="图片 17" descr="&amp;pky734654077&amp;"/>
          <p:cNvPicPr>
            <a:picLocks noChangeAspect="1"/>
          </p:cNvPicPr>
          <p:nvPr/>
        </p:nvPicPr>
        <p:blipFill>
          <a:blip r:embed="rId1">
            <a:clrChange>
              <a:clrFrom>
                <a:srgbClr val="FFFFFF">
                  <a:alpha val="100000"/>
                </a:srgbClr>
              </a:clrFrom>
              <a:clrTo>
                <a:srgbClr val="FFFFFF">
                  <a:alpha val="100000"/>
                  <a:alpha val="0"/>
                </a:srgbClr>
              </a:clrTo>
            </a:clrChange>
            <a:lum bright="70000" contrast="-70000"/>
          </a:blip>
          <a:stretch>
            <a:fillRect/>
          </a:stretch>
        </p:blipFill>
        <p:spPr>
          <a:xfrm>
            <a:off x="1869440" y="3228340"/>
            <a:ext cx="10235565" cy="362966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9" name="组合 8"/>
          <p:cNvGrpSpPr/>
          <p:nvPr/>
        </p:nvGrpSpPr>
        <p:grpSpPr>
          <a:xfrm>
            <a:off x="76835" y="167005"/>
            <a:ext cx="3108960" cy="521970"/>
            <a:chOff x="121" y="263"/>
            <a:chExt cx="4896" cy="822"/>
          </a:xfrm>
        </p:grpSpPr>
        <p:sp>
          <p:nvSpPr>
            <p:cNvPr id="2" name="五边形 1"/>
            <p:cNvSpPr/>
            <p:nvPr/>
          </p:nvSpPr>
          <p:spPr>
            <a:xfrm rot="5400000">
              <a:off x="75" y="444"/>
              <a:ext cx="552" cy="460"/>
            </a:xfrm>
            <a:prstGeom prst="homePlate">
              <a:avLst/>
            </a:prstGeom>
            <a:solidFill>
              <a:srgbClr val="19487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cxnSp>
          <p:nvCxnSpPr>
            <p:cNvPr id="5" name="直接连接符 4"/>
            <p:cNvCxnSpPr/>
            <p:nvPr/>
          </p:nvCxnSpPr>
          <p:spPr>
            <a:xfrm>
              <a:off x="726" y="382"/>
              <a:ext cx="0" cy="568"/>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9221" name="TextBox 3"/>
            <p:cNvSpPr txBox="1">
              <a:spLocks noChangeArrowheads="1"/>
            </p:cNvSpPr>
            <p:nvPr/>
          </p:nvSpPr>
          <p:spPr bwMode="auto">
            <a:xfrm>
              <a:off x="726" y="263"/>
              <a:ext cx="4291" cy="822"/>
            </a:xfrm>
            <a:prstGeom prst="rect">
              <a:avLst/>
            </a:prstGeom>
            <a:noFill/>
            <a:ln w="9525">
              <a:noFill/>
              <a:miter lim="800000"/>
            </a:ln>
          </p:spPr>
          <p:txBody>
            <a:bodyPr wrap="square">
              <a:spAutoFit/>
            </a:bodyPr>
            <a:p>
              <a:pPr marR="0" defTabSz="914400">
                <a:buClrTx/>
                <a:buSzTx/>
                <a:buFontTx/>
                <a:defRPr/>
              </a:pPr>
              <a:r>
                <a:rPr kumimoji="0" lang="zh-CN" altLang="en-US" sz="2800" b="1" kern="1200" cap="none" spc="0" normalizeH="0" baseline="0" noProof="0" dirty="0">
                  <a:solidFill>
                    <a:schemeClr val="tx2">
                      <a:lumMod val="75000"/>
                    </a:schemeClr>
                  </a:solidFill>
                  <a:latin typeface="楷体" panose="02010609060101010101" charset="-122"/>
                  <a:ea typeface="楷体" panose="02010609060101010101" charset="-122"/>
                  <a:cs typeface="+mn-cs"/>
                </a:rPr>
                <a:t>总结</a:t>
              </a:r>
              <a:endParaRPr kumimoji="0" lang="zh-CN" altLang="en-US" sz="2800" b="1" kern="1200" cap="none" spc="0" normalizeH="0" baseline="0" noProof="0" dirty="0">
                <a:solidFill>
                  <a:schemeClr val="tx2">
                    <a:lumMod val="75000"/>
                  </a:schemeClr>
                </a:solidFill>
                <a:latin typeface="楷体" panose="02010609060101010101" charset="-122"/>
                <a:ea typeface="楷体" panose="02010609060101010101" charset="-122"/>
                <a:cs typeface="+mn-cs"/>
              </a:endParaRPr>
            </a:p>
          </p:txBody>
        </p:sp>
      </p:grpSp>
      <p:sp>
        <p:nvSpPr>
          <p:cNvPr id="33" name="文本框 32"/>
          <p:cNvSpPr txBox="1"/>
          <p:nvPr/>
        </p:nvSpPr>
        <p:spPr>
          <a:xfrm>
            <a:off x="273050" y="477520"/>
            <a:ext cx="7364730" cy="5015865"/>
          </a:xfrm>
          <a:prstGeom prst="rect">
            <a:avLst/>
          </a:prstGeom>
          <a:noFill/>
        </p:spPr>
        <p:txBody>
          <a:bodyPr wrap="square" rtlCol="0" anchor="t">
            <a:spAutoFit/>
          </a:bodyPr>
          <a:p>
            <a:pPr>
              <a:lnSpc>
                <a:spcPct val="200000"/>
              </a:lnSpc>
            </a:pPr>
            <a:r>
              <a:rPr sz="2000">
                <a:latin typeface="Times New Roman" panose="02020603050405020304" charset="0"/>
                <a:cs typeface="Times New Roman" panose="02020603050405020304" charset="0"/>
              </a:rPr>
              <a:t>二维碳/碳复合材料力学性能的主要影响及优化方向为：</a:t>
            </a:r>
            <a:endParaRPr sz="2000">
              <a:latin typeface="Times New Roman" panose="02020603050405020304" charset="0"/>
              <a:cs typeface="Times New Roman" panose="02020603050405020304" charset="0"/>
            </a:endParaRPr>
          </a:p>
          <a:p>
            <a:pPr>
              <a:lnSpc>
                <a:spcPct val="200000"/>
              </a:lnSpc>
            </a:pPr>
            <a:r>
              <a:rPr lang="en-US" sz="2000">
                <a:latin typeface="Times New Roman" panose="02020603050405020304" charset="0"/>
                <a:cs typeface="Times New Roman" panose="02020603050405020304" charset="0"/>
              </a:rPr>
              <a:t>1</a:t>
            </a:r>
            <a:r>
              <a:rPr lang="zh-CN" altLang="en-US" sz="2000">
                <a:latin typeface="Times New Roman" panose="02020603050405020304" charset="0"/>
                <a:cs typeface="Times New Roman" panose="02020603050405020304" charset="0"/>
              </a:rPr>
              <a:t>）</a:t>
            </a:r>
            <a:r>
              <a:rPr sz="2000">
                <a:latin typeface="Times New Roman" panose="02020603050405020304" charset="0"/>
                <a:cs typeface="Times New Roman" panose="02020603050405020304" charset="0"/>
              </a:rPr>
              <a:t>SL 及ISO 结构基体强度更高，RL 结构基体塑性更好，</a:t>
            </a:r>
            <a:r>
              <a:rPr sz="2000" b="1">
                <a:latin typeface="Times New Roman" panose="02020603050405020304" charset="0"/>
                <a:cs typeface="Times New Roman" panose="02020603050405020304" charset="0"/>
              </a:rPr>
              <a:t>引入膨胀石墨和气相生长螺旋碳纤维</a:t>
            </a:r>
            <a:r>
              <a:rPr sz="2000">
                <a:latin typeface="Times New Roman" panose="02020603050405020304" charset="0"/>
                <a:cs typeface="Times New Roman" panose="02020603050405020304" charset="0"/>
              </a:rPr>
              <a:t>，弯曲强度和断裂应变改善明显。</a:t>
            </a:r>
            <a:endParaRPr sz="2000">
              <a:latin typeface="Times New Roman" panose="02020603050405020304" charset="0"/>
              <a:cs typeface="Times New Roman" panose="02020603050405020304" charset="0"/>
            </a:endParaRPr>
          </a:p>
          <a:p>
            <a:pPr>
              <a:lnSpc>
                <a:spcPct val="200000"/>
              </a:lnSpc>
            </a:pPr>
            <a:r>
              <a:rPr lang="en-US" sz="2000">
                <a:latin typeface="Times New Roman" panose="02020603050405020304" charset="0"/>
                <a:cs typeface="Times New Roman" panose="02020603050405020304" charset="0"/>
              </a:rPr>
              <a:t>2</a:t>
            </a:r>
            <a:r>
              <a:rPr lang="zh-CN" altLang="en-US" sz="2000">
                <a:latin typeface="Times New Roman" panose="02020603050405020304" charset="0"/>
                <a:cs typeface="Times New Roman" panose="02020603050405020304" charset="0"/>
              </a:rPr>
              <a:t>）</a:t>
            </a:r>
            <a:r>
              <a:rPr sz="2000">
                <a:latin typeface="Times New Roman" panose="02020603050405020304" charset="0"/>
                <a:cs typeface="Times New Roman" panose="02020603050405020304" charset="0"/>
              </a:rPr>
              <a:t>二维碳 / 碳性能呈现各向异性，</a:t>
            </a:r>
            <a:r>
              <a:rPr sz="2000" b="1">
                <a:latin typeface="Times New Roman" panose="02020603050405020304" charset="0"/>
                <a:cs typeface="Times New Roman" panose="02020603050405020304" charset="0"/>
              </a:rPr>
              <a:t>纤维的编制结构</a:t>
            </a:r>
            <a:r>
              <a:rPr sz="2000">
                <a:latin typeface="Times New Roman" panose="02020603050405020304" charset="0"/>
                <a:cs typeface="Times New Roman" panose="02020603050405020304" charset="0"/>
              </a:rPr>
              <a:t>会受弯曲程度的影响而影响材料的力学性能。</a:t>
            </a:r>
            <a:endParaRPr sz="2000">
              <a:latin typeface="Times New Roman" panose="02020603050405020304" charset="0"/>
              <a:cs typeface="Times New Roman" panose="02020603050405020304" charset="0"/>
            </a:endParaRPr>
          </a:p>
          <a:p>
            <a:pPr>
              <a:lnSpc>
                <a:spcPct val="200000"/>
              </a:lnSpc>
            </a:pPr>
            <a:r>
              <a:rPr lang="en-US" sz="2000">
                <a:latin typeface="Times New Roman" panose="02020603050405020304" charset="0"/>
                <a:cs typeface="Times New Roman" panose="02020603050405020304" charset="0"/>
              </a:rPr>
              <a:t>3</a:t>
            </a:r>
            <a:r>
              <a:rPr lang="zh-CN" altLang="en-US" sz="2000">
                <a:latin typeface="Times New Roman" panose="02020603050405020304" charset="0"/>
                <a:cs typeface="Times New Roman" panose="02020603050405020304" charset="0"/>
              </a:rPr>
              <a:t>）</a:t>
            </a:r>
            <a:r>
              <a:rPr sz="2000">
                <a:latin typeface="Times New Roman" panose="02020603050405020304" charset="0"/>
                <a:cs typeface="Times New Roman" panose="02020603050405020304" charset="0"/>
              </a:rPr>
              <a:t>层剪强度可以作为是衡量纤维 / 基体界面性能的重要指标，</a:t>
            </a:r>
            <a:r>
              <a:rPr sz="2000" b="1">
                <a:latin typeface="Times New Roman" panose="02020603050405020304" charset="0"/>
                <a:cs typeface="Times New Roman" panose="02020603050405020304" charset="0"/>
              </a:rPr>
              <a:t>1500℃下惰性处理、沥青基碳层</a:t>
            </a:r>
            <a:r>
              <a:rPr sz="2000">
                <a:latin typeface="Times New Roman" panose="02020603050405020304" charset="0"/>
                <a:cs typeface="Times New Roman" panose="02020603050405020304" charset="0"/>
              </a:rPr>
              <a:t>可以优化纤维 / 基体界面性能，实现弯曲强度和断裂韧性综合优化。</a:t>
            </a:r>
            <a:endParaRPr sz="2000">
              <a:latin typeface="Times New Roman" panose="02020603050405020304" charset="0"/>
              <a:cs typeface="Times New Roman" panose="02020603050405020304" charset="0"/>
            </a:endParaRPr>
          </a:p>
        </p:txBody>
      </p:sp>
      <p:pic>
        <p:nvPicPr>
          <p:cNvPr id="8" name="图片 7"/>
          <p:cNvPicPr>
            <a:picLocks noChangeAspect="1"/>
          </p:cNvPicPr>
          <p:nvPr/>
        </p:nvPicPr>
        <p:blipFill>
          <a:blip r:embed="rId1"/>
          <a:stretch>
            <a:fillRect/>
          </a:stretch>
        </p:blipFill>
        <p:spPr>
          <a:xfrm>
            <a:off x="7733665" y="1991995"/>
            <a:ext cx="4191000" cy="2873375"/>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Freeform 26"/>
          <p:cNvSpPr/>
          <p:nvPr/>
        </p:nvSpPr>
        <p:spPr bwMode="auto">
          <a:xfrm rot="5400000">
            <a:off x="-3021538" y="2964392"/>
            <a:ext cx="6857997" cy="929221"/>
          </a:xfrm>
          <a:custGeom>
            <a:avLst/>
            <a:gdLst/>
            <a:ahLst/>
            <a:cxnLst>
              <a:cxn ang="0">
                <a:pos x="2861" y="904"/>
              </a:cxn>
              <a:cxn ang="0">
                <a:pos x="2861" y="0"/>
              </a:cxn>
              <a:cxn ang="0">
                <a:pos x="1382" y="332"/>
              </a:cxn>
              <a:cxn ang="0">
                <a:pos x="0" y="46"/>
              </a:cxn>
              <a:cxn ang="0">
                <a:pos x="0" y="904"/>
              </a:cxn>
              <a:cxn ang="0">
                <a:pos x="2861" y="904"/>
              </a:cxn>
            </a:cxnLst>
            <a:rect l="0" t="0" r="r" b="b"/>
            <a:pathLst>
              <a:path w="2861" h="904">
                <a:moveTo>
                  <a:pt x="2861" y="904"/>
                </a:moveTo>
                <a:cubicBezTo>
                  <a:pt x="2861" y="0"/>
                  <a:pt x="2861" y="0"/>
                  <a:pt x="2861" y="0"/>
                </a:cubicBezTo>
                <a:cubicBezTo>
                  <a:pt x="2414" y="221"/>
                  <a:pt x="1921" y="332"/>
                  <a:pt x="1382" y="332"/>
                </a:cubicBezTo>
                <a:cubicBezTo>
                  <a:pt x="882" y="332"/>
                  <a:pt x="421" y="237"/>
                  <a:pt x="0" y="46"/>
                </a:cubicBezTo>
                <a:cubicBezTo>
                  <a:pt x="0" y="904"/>
                  <a:pt x="0" y="904"/>
                  <a:pt x="0" y="904"/>
                </a:cubicBezTo>
                <a:cubicBezTo>
                  <a:pt x="2861" y="904"/>
                  <a:pt x="2861" y="904"/>
                  <a:pt x="2861" y="904"/>
                </a:cubicBezTo>
                <a:close/>
              </a:path>
            </a:pathLst>
          </a:custGeom>
          <a:gradFill flip="none" rotWithShape="1">
            <a:gsLst>
              <a:gs pos="0">
                <a:schemeClr val="bg1">
                  <a:lumMod val="75000"/>
                </a:schemeClr>
              </a:gs>
              <a:gs pos="59000">
                <a:schemeClr val="bg1">
                  <a:lumMod val="95000"/>
                </a:schemeClr>
              </a:gs>
              <a:gs pos="100000">
                <a:schemeClr val="bg1">
                  <a:lumMod val="75000"/>
                </a:schemeClr>
              </a:gs>
            </a:gsLst>
            <a:path path="circle">
              <a:fillToRect l="100000" t="100000"/>
            </a:path>
            <a:tileRect r="-100000" b="-100000"/>
          </a:gradFill>
          <a:ln w="9525">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8" name="Freeform 107"/>
          <p:cNvSpPr/>
          <p:nvPr/>
        </p:nvSpPr>
        <p:spPr bwMode="auto">
          <a:xfrm rot="5400000">
            <a:off x="-2343825" y="2352649"/>
            <a:ext cx="6857999" cy="2152708"/>
          </a:xfrm>
          <a:custGeom>
            <a:avLst/>
            <a:gdLst/>
            <a:ahLst/>
            <a:cxnLst>
              <a:cxn ang="0">
                <a:pos x="2129" y="670"/>
              </a:cxn>
              <a:cxn ang="0">
                <a:pos x="2129" y="640"/>
              </a:cxn>
              <a:cxn ang="0">
                <a:pos x="0" y="0"/>
              </a:cxn>
              <a:cxn ang="0">
                <a:pos x="0" y="688"/>
              </a:cxn>
              <a:cxn ang="0">
                <a:pos x="1053" y="1054"/>
              </a:cxn>
              <a:cxn ang="0">
                <a:pos x="2129" y="670"/>
              </a:cxn>
            </a:cxnLst>
            <a:rect l="0" t="0" r="r" b="b"/>
            <a:pathLst>
              <a:path w="2129" h="1054">
                <a:moveTo>
                  <a:pt x="2129" y="670"/>
                </a:moveTo>
                <a:cubicBezTo>
                  <a:pt x="2129" y="640"/>
                  <a:pt x="2129" y="640"/>
                  <a:pt x="2129" y="640"/>
                </a:cubicBezTo>
                <a:cubicBezTo>
                  <a:pt x="1070" y="830"/>
                  <a:pt x="360" y="617"/>
                  <a:pt x="0" y="0"/>
                </a:cubicBezTo>
                <a:cubicBezTo>
                  <a:pt x="0" y="688"/>
                  <a:pt x="0" y="688"/>
                  <a:pt x="0" y="688"/>
                </a:cubicBezTo>
                <a:cubicBezTo>
                  <a:pt x="310" y="932"/>
                  <a:pt x="661" y="1054"/>
                  <a:pt x="1053" y="1054"/>
                </a:cubicBezTo>
                <a:cubicBezTo>
                  <a:pt x="1454" y="1054"/>
                  <a:pt x="1813" y="926"/>
                  <a:pt x="2129" y="670"/>
                </a:cubicBezTo>
                <a:close/>
              </a:path>
            </a:pathLst>
          </a:custGeom>
          <a:solidFill>
            <a:srgbClr val="19487C"/>
          </a:solidFill>
          <a:ln w="9525">
            <a:no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2" name="标题 1"/>
          <p:cNvSpPr txBox="1"/>
          <p:nvPr/>
        </p:nvSpPr>
        <p:spPr>
          <a:xfrm>
            <a:off x="5231130" y="2115185"/>
            <a:ext cx="4157980" cy="85725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kumimoji="1" lang="en-US" altLang="zh-CN" sz="4800" dirty="0" smtClean="0">
                <a:solidFill>
                  <a:srgbClr val="19487C"/>
                </a:solidFill>
                <a:latin typeface="楷体" panose="02010609060101010101" charset="-122"/>
                <a:ea typeface="楷体" panose="02010609060101010101" charset="-122"/>
                <a:cs typeface="楷体" panose="02010609060101010101" charset="-122"/>
              </a:rPr>
              <a:t>THANKS</a:t>
            </a:r>
            <a:endParaRPr kumimoji="1" lang="en-US" altLang="zh-CN" sz="4800" dirty="0" smtClean="0">
              <a:solidFill>
                <a:srgbClr val="19487C"/>
              </a:solidFill>
              <a:latin typeface="楷体" panose="02010609060101010101" charset="-122"/>
              <a:ea typeface="楷体" panose="02010609060101010101" charset="-122"/>
              <a:cs typeface="楷体" panose="02010609060101010101" charset="-122"/>
            </a:endParaRPr>
          </a:p>
        </p:txBody>
      </p:sp>
      <p:sp>
        <p:nvSpPr>
          <p:cNvPr id="3" name="矩形 2"/>
          <p:cNvSpPr/>
          <p:nvPr>
            <p:custDataLst>
              <p:tags r:id="rId1"/>
            </p:custDataLst>
          </p:nvPr>
        </p:nvSpPr>
        <p:spPr>
          <a:xfrm>
            <a:off x="4102100" y="3611880"/>
            <a:ext cx="4157345" cy="398780"/>
          </a:xfrm>
          <a:prstGeom prst="rect">
            <a:avLst/>
          </a:prstGeom>
        </p:spPr>
        <p:txBody>
          <a:bodyPr wrap="square">
            <a:spAutoFit/>
          </a:bodyPr>
          <a:p>
            <a:pPr marL="0" marR="0" lvl="0" indent="0" algn="ctr" defTabSz="914400" rtl="0" eaLnBrk="1" fontAlgn="auto" latinLnBrk="0" hangingPunct="1">
              <a:lnSpc>
                <a:spcPct val="100000"/>
              </a:lnSpc>
              <a:spcBef>
                <a:spcPct val="20000"/>
              </a:spcBef>
              <a:spcAft>
                <a:spcPts val="0"/>
              </a:spcAft>
              <a:buClrTx/>
              <a:buSzTx/>
              <a:buFontTx/>
              <a:buNone/>
              <a:defRPr/>
            </a:pPr>
            <a:r>
              <a:rPr kumimoji="0" lang="en-US" altLang="zh-CN" sz="2000" i="0" u="none" strike="noStrike" kern="100" cap="none" spc="0" normalizeH="0" baseline="0" noProof="0" dirty="0">
                <a:ln>
                  <a:noFill/>
                </a:ln>
                <a:solidFill>
                  <a:schemeClr val="tx1"/>
                </a:solidFill>
                <a:effectLst/>
                <a:uLnTx/>
                <a:uFillTx/>
                <a:latin typeface="楷体" panose="02010609060101010101" charset="-122"/>
                <a:ea typeface="楷体" panose="02010609060101010101" charset="-122"/>
                <a:cs typeface="楷体" panose="02010609060101010101" charset="-122"/>
              </a:rPr>
              <a:t> </a:t>
            </a:r>
            <a:r>
              <a:rPr kumimoji="0" lang="zh-CN" altLang="en-US" sz="2000" i="0" u="none" strike="noStrike" kern="100" cap="none" spc="0" normalizeH="0" baseline="0" noProof="0" dirty="0">
                <a:ln>
                  <a:noFill/>
                </a:ln>
                <a:solidFill>
                  <a:schemeClr val="tx1"/>
                </a:solidFill>
                <a:effectLst/>
                <a:uLnTx/>
                <a:uFillTx/>
                <a:latin typeface="楷体" panose="02010609060101010101" charset="-122"/>
                <a:ea typeface="楷体" panose="02010609060101010101" charset="-122"/>
                <a:cs typeface="楷体" panose="02010609060101010101" charset="-122"/>
              </a:rPr>
              <a:t>汇报人：</a:t>
            </a:r>
            <a:r>
              <a:rPr kumimoji="0" lang="zh-CN" altLang="en-US" sz="2000" i="0" u="none" strike="noStrike" kern="100" cap="none" spc="0" normalizeH="0" baseline="0" noProof="0" dirty="0">
                <a:ln>
                  <a:noFill/>
                </a:ln>
                <a:solidFill>
                  <a:schemeClr val="tx1"/>
                </a:solidFill>
                <a:effectLst/>
                <a:uLnTx/>
                <a:uFillTx/>
                <a:latin typeface="Arial" panose="020B0604020202020204" pitchFamily="34" charset="0"/>
                <a:ea typeface="楷体" panose="02010609060101010101" charset="-122"/>
                <a:cs typeface="楷体" panose="02010609060101010101" charset="-122"/>
              </a:rPr>
              <a:t>邵素</a:t>
            </a:r>
            <a:endParaRPr kumimoji="0" lang="en-US" altLang="zh-CN" sz="2000" i="0" u="none" strike="noStrike" kern="100" cap="none" spc="0" normalizeH="0" baseline="0" noProof="0" dirty="0">
              <a:ln>
                <a:noFill/>
              </a:ln>
              <a:solidFill>
                <a:schemeClr val="tx1"/>
              </a:solidFill>
              <a:effectLst/>
              <a:uLnTx/>
              <a:uFillTx/>
              <a:latin typeface="楷体" panose="02010609060101010101" charset="-122"/>
              <a:ea typeface="楷体" panose="02010609060101010101" charset="-122"/>
              <a:cs typeface="楷体" panose="02010609060101010101" charset="-122"/>
            </a:endParaRPr>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87308"/>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87308"/>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7.xml><?xml version="1.0" encoding="utf-8"?>
<p:tagLst xmlns:p="http://schemas.openxmlformats.org/presentationml/2006/main">
  <p:tag name="KSO_WM_TEMPLATE_THUMBS_INDEX" val="1"/>
  <p:tag name="KSO_WM_TEMPLATE_SUBCATEGORY" val="0"/>
  <p:tag name="KSO_WM_TAG_VERSION" val="1.0"/>
  <p:tag name="KSO_WM_BEAUTIFY_FLAG" val="#wm#"/>
  <p:tag name="KSO_WM_TEMPLATE_CATEGORY" val="custom"/>
  <p:tag name="KSO_WM_TEMPLATE_INDEX" val="20187308"/>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MH" val="20160819160041"/>
  <p:tag name="MH_LIBRARY" val="CONTENTS"/>
  <p:tag name="MH_TYPE" val="NUMBER"/>
  <p:tag name="ID" val="553524"/>
  <p:tag name="MH_ORDER" val="1"/>
  <p:tag name="KSO_WM_TAG_VERSION" val="1.0"/>
  <p:tag name="KSO_WM_BEAUTIFY_FLAG" val="#wm#"/>
  <p:tag name="KSO_WM_TEMPLATE_CATEGORY" val="diagram"/>
  <p:tag name="KSO_WM_TEMPLATE_INDEX" val="20170302"/>
  <p:tag name="KSO_WM_UNIT_TYPE" val="l_h_i"/>
  <p:tag name="KSO_WM_UNIT_INDEX" val="1_1_1"/>
  <p:tag name="KSO_WM_UNIT_ID" val="diagram20170302_5*l_h_i*1_1_1"/>
  <p:tag name="KSO_WM_UNIT_LAYERLEVEL" val="1_1_1"/>
  <p:tag name="KSO_WM_DIAGRAM_GROUP_CODE" val="l1-1"/>
  <p:tag name="KSO_WM_UNIT_FILL_FORE_SCHEMECOLOR_INDEX" val="5"/>
  <p:tag name="KSO_WM_UNIT_FILL_TYPE" val="1"/>
  <p:tag name="KSO_WM_UNIT_LINE_FORE_SCHEMECOLOR_INDEX" val="5"/>
  <p:tag name="KSO_WM_UNIT_LINE_FILL_TYPE" val="2"/>
  <p:tag name="KSO_WM_UNIT_TEXT_FILL_FORE_SCHEMECOLOR_INDEX" val="14"/>
  <p:tag name="KSO_WM_UNIT_TEXT_FILL_TYPE" val="1"/>
  <p:tag name="KSO_WM_UNIT_USESOURCEFORMAT_APPLY" val="0"/>
</p:tagLst>
</file>

<file path=ppt/tags/tag74.xml><?xml version="1.0" encoding="utf-8"?>
<p:tagLst xmlns:p="http://schemas.openxmlformats.org/presentationml/2006/main">
  <p:tag name="MH" val="20160819160041"/>
  <p:tag name="MH_LIBRARY" val="CONTENTS"/>
  <p:tag name="MH_TYPE" val="ENTRY"/>
  <p:tag name="ID" val="553524"/>
  <p:tag name="MH_ORDER" val="1"/>
  <p:tag name="KSO_WM_TAG_VERSION" val="1.0"/>
  <p:tag name="KSO_WM_BEAUTIFY_FLAG" val="#wm#"/>
  <p:tag name="KSO_WM_TEMPLATE_CATEGORY" val="diagram"/>
  <p:tag name="KSO_WM_TEMPLATE_INDEX" val="20170302"/>
  <p:tag name="KSO_WM_UNIT_TYPE" val="l_h_i"/>
  <p:tag name="KSO_WM_UNIT_INDEX" val="1_1_2"/>
  <p:tag name="KSO_WM_UNIT_ID" val="diagram20170302_5*l_h_i*1_1_2"/>
  <p:tag name="KSO_WM_UNIT_LAYERLEVEL" val="1_1_1"/>
  <p:tag name="KSO_WM_DIAGRAM_GROUP_CODE" val="l1-1"/>
  <p:tag name="KSO_WM_UNIT_LINE_FORE_SCHEMECOLOR_INDEX" val="5"/>
  <p:tag name="KSO_WM_UNIT_LINE_FILL_TYPE" val="2"/>
  <p:tag name="KSO_WM_UNIT_TEXT_FILL_FORE_SCHEMECOLOR_INDEX" val="13"/>
  <p:tag name="KSO_WM_UNIT_TEXT_FILL_TYPE" val="1"/>
  <p:tag name="KSO_WM_UNIT_USESOURCEFORMAT_APPLY" val="0"/>
</p:tagLst>
</file>

<file path=ppt/tags/tag75.xml><?xml version="1.0" encoding="utf-8"?>
<p:tagLst xmlns:p="http://schemas.openxmlformats.org/presentationml/2006/main">
  <p:tag name="MH" val="20160819160041"/>
  <p:tag name="MH_LIBRARY" val="CONTENTS"/>
  <p:tag name="MH_TYPE" val="NUMBER"/>
  <p:tag name="ID" val="553524"/>
  <p:tag name="MH_ORDER" val="2"/>
  <p:tag name="KSO_WM_TAG_VERSION" val="1.0"/>
  <p:tag name="KSO_WM_BEAUTIFY_FLAG" val="#wm#"/>
  <p:tag name="KSO_WM_TEMPLATE_CATEGORY" val="diagram"/>
  <p:tag name="KSO_WM_TEMPLATE_INDEX" val="20170302"/>
  <p:tag name="KSO_WM_UNIT_TYPE" val="l_h_i"/>
  <p:tag name="KSO_WM_UNIT_INDEX" val="1_2_1"/>
  <p:tag name="KSO_WM_UNIT_ID" val="diagram20170302_5*l_h_i*1_2_1"/>
  <p:tag name="KSO_WM_UNIT_LAYERLEVEL" val="1_1_1"/>
  <p:tag name="KSO_WM_DIAGRAM_GROUP_CODE" val="l1-1"/>
  <p:tag name="KSO_WM_UNIT_FILL_FORE_SCHEMECOLOR_INDEX" val="5"/>
  <p:tag name="KSO_WM_UNIT_FILL_TYPE" val="1"/>
  <p:tag name="KSO_WM_UNIT_LINE_FORE_SCHEMECOLOR_INDEX" val="5"/>
  <p:tag name="KSO_WM_UNIT_LINE_FILL_TYPE" val="2"/>
  <p:tag name="KSO_WM_UNIT_TEXT_FILL_FORE_SCHEMECOLOR_INDEX" val="14"/>
  <p:tag name="KSO_WM_UNIT_TEXT_FILL_TYPE" val="1"/>
  <p:tag name="KSO_WM_UNIT_USESOURCEFORMAT_APPLY" val="0"/>
</p:tagLst>
</file>

<file path=ppt/tags/tag76.xml><?xml version="1.0" encoding="utf-8"?>
<p:tagLst xmlns:p="http://schemas.openxmlformats.org/presentationml/2006/main">
  <p:tag name="MH" val="20160819160041"/>
  <p:tag name="MH_LIBRARY" val="CONTENTS"/>
  <p:tag name="MH_TYPE" val="NUMBER"/>
  <p:tag name="ID" val="553524"/>
  <p:tag name="MH_ORDER" val="4"/>
  <p:tag name="KSO_WM_TAG_VERSION" val="1.0"/>
  <p:tag name="KSO_WM_BEAUTIFY_FLAG" val="#wm#"/>
  <p:tag name="KSO_WM_TEMPLATE_CATEGORY" val="diagram"/>
  <p:tag name="KSO_WM_TEMPLATE_INDEX" val="20170302"/>
  <p:tag name="KSO_WM_UNIT_TYPE" val="l_h_i"/>
  <p:tag name="KSO_WM_UNIT_INDEX" val="1_6_1"/>
  <p:tag name="KSO_WM_UNIT_ID" val="diagram20170302_5*l_h_i*1_6_1"/>
  <p:tag name="KSO_WM_UNIT_LAYERLEVEL" val="1_1_1"/>
  <p:tag name="KSO_WM_DIAGRAM_GROUP_CODE" val="l1-1"/>
  <p:tag name="KSO_WM_UNIT_FILL_FORE_SCHEMECOLOR_INDEX" val="5"/>
  <p:tag name="KSO_WM_UNIT_FILL_TYPE" val="1"/>
  <p:tag name="KSO_WM_UNIT_LINE_FORE_SCHEMECOLOR_INDEX" val="5"/>
  <p:tag name="KSO_WM_UNIT_LINE_FILL_TYPE" val="2"/>
  <p:tag name="KSO_WM_UNIT_TEXT_FILL_FORE_SCHEMECOLOR_INDEX" val="14"/>
  <p:tag name="KSO_WM_UNIT_TEXT_FILL_TYPE" val="1"/>
  <p:tag name="KSO_WM_UNIT_USESOURCEFORMAT_APPLY" val="0"/>
</p:tagLst>
</file>

<file path=ppt/tags/tag77.xml><?xml version="1.0" encoding="utf-8"?>
<p:tagLst xmlns:p="http://schemas.openxmlformats.org/presentationml/2006/main">
  <p:tag name="KSO_WM_TAG_VERSION" val="1.0"/>
  <p:tag name="KSO_WM_BEAUTIFY_FLAG" val="#wm#"/>
  <p:tag name="KSO_WM_TEMPLATE_CATEGORY" val="diagram"/>
  <p:tag name="KSO_WM_TEMPLATE_INDEX" val="20170302"/>
  <p:tag name="KSO_WM_UNIT_TYPE" val="l_h_i"/>
  <p:tag name="KSO_WM_UNIT_INDEX" val="1_1_3"/>
  <p:tag name="KSO_WM_UNIT_ID" val="diagram20170302_5*l_h_i*1_1_3"/>
  <p:tag name="KSO_WM_UNIT_LAYERLEVEL" val="1_1_1"/>
  <p:tag name="KSO_WM_DIAGRAM_GROUP_CODE" val="l1-1"/>
  <p:tag name="KSO_WM_UNIT_TEXT_FILL_FORE_SCHEMECOLOR_INDEX" val="14"/>
  <p:tag name="KSO_WM_UNIT_TEXT_FILL_TYPE" val="1"/>
  <p:tag name="KSO_WM_UNIT_USESOURCEFORMAT_APPLY" val="0"/>
</p:tagLst>
</file>

<file path=ppt/tags/tag78.xml><?xml version="1.0" encoding="utf-8"?>
<p:tagLst xmlns:p="http://schemas.openxmlformats.org/presentationml/2006/main">
  <p:tag name="KSO_WM_TAG_VERSION" val="1.0"/>
  <p:tag name="KSO_WM_BEAUTIFY_FLAG" val="#wm#"/>
  <p:tag name="KSO_WM_TEMPLATE_CATEGORY" val="diagram"/>
  <p:tag name="KSO_WM_TEMPLATE_INDEX" val="20170302"/>
  <p:tag name="KSO_WM_UNIT_TYPE" val="l_h_i"/>
  <p:tag name="KSO_WM_UNIT_INDEX" val="1_2_2"/>
  <p:tag name="KSO_WM_UNIT_ID" val="diagram20170302_5*l_h_i*1_2_2"/>
  <p:tag name="KSO_WM_UNIT_LAYERLEVEL" val="1_1_1"/>
  <p:tag name="KSO_WM_DIAGRAM_GROUP_CODE" val="l1-1"/>
  <p:tag name="KSO_WM_UNIT_TEXT_FILL_FORE_SCHEMECOLOR_INDEX" val="14"/>
  <p:tag name="KSO_WM_UNIT_TEXT_FILL_TYPE" val="1"/>
  <p:tag name="KSO_WM_UNIT_USESOURCEFORMAT_APPLY" val="0"/>
</p:tagLst>
</file>

<file path=ppt/tags/tag79.xml><?xml version="1.0" encoding="utf-8"?>
<p:tagLst xmlns:p="http://schemas.openxmlformats.org/presentationml/2006/main">
  <p:tag name="KSO_WM_TAG_VERSION" val="1.0"/>
  <p:tag name="KSO_WM_BEAUTIFY_FLAG" val="#wm#"/>
  <p:tag name="KSO_WM_TEMPLATE_CATEGORY" val="diagram"/>
  <p:tag name="KSO_WM_TEMPLATE_INDEX" val="20170302"/>
  <p:tag name="KSO_WM_UNIT_TYPE" val="l_h_i"/>
  <p:tag name="KSO_WM_UNIT_INDEX" val="1_3_2"/>
  <p:tag name="KSO_WM_UNIT_ID" val="diagram20170302_5*l_h_i*1_3_2"/>
  <p:tag name="KSO_WM_UNIT_LAYERLEVEL" val="1_1_1"/>
  <p:tag name="KSO_WM_DIAGRAM_GROUP_CODE" val="l1-1"/>
  <p:tag name="KSO_WM_UNIT_TEXT_FILL_FORE_SCHEMECOLOR_INDEX" val="14"/>
  <p:tag name="KSO_WM_UNIT_TEXT_FILL_TYPE" val="1"/>
  <p:tag name="KSO_WM_UNIT_USESOURCEFORMAT_APPLY" val="0"/>
</p:tagLst>
</file>

<file path=ppt/tags/tag80.xml><?xml version="1.0" encoding="utf-8"?>
<p:tagLst xmlns:p="http://schemas.openxmlformats.org/presentationml/2006/main">
  <p:tag name="KSO_WM_TAG_VERSION" val="1.0"/>
  <p:tag name="KSO_WM_BEAUTIFY_FLAG" val="#wm#"/>
  <p:tag name="KSO_WM_TEMPLATE_CATEGORY" val="diagram"/>
  <p:tag name="KSO_WM_TEMPLATE_INDEX" val="20170302"/>
  <p:tag name="KSO_WM_UNIT_TYPE" val="l_h_i"/>
  <p:tag name="KSO_WM_UNIT_INDEX" val="1_4_2"/>
  <p:tag name="KSO_WM_UNIT_ID" val="diagram20170302_5*l_h_i*1_4_2"/>
  <p:tag name="KSO_WM_UNIT_LAYERLEVEL" val="1_1_1"/>
  <p:tag name="KSO_WM_DIAGRAM_GROUP_CODE" val="l1-1"/>
  <p:tag name="KSO_WM_UNIT_TEXT_FILL_FORE_SCHEMECOLOR_INDEX" val="14"/>
  <p:tag name="KSO_WM_UNIT_TEXT_FILL_TYPE" val="1"/>
  <p:tag name="KSO_WM_UNIT_USESOURCEFORMAT_APPLY" val="0"/>
</p:tagLst>
</file>

<file path=ppt/tags/tag81.xml><?xml version="1.0" encoding="utf-8"?>
<p:tagLst xmlns:p="http://schemas.openxmlformats.org/presentationml/2006/main">
  <p:tag name="KSO_WM_TAG_VERSION" val="1.0"/>
  <p:tag name="KSO_WM_BEAUTIFY_FLAG" val="#wm#"/>
  <p:tag name="KSO_WM_TEMPLATE_CATEGORY" val="diagram"/>
  <p:tag name="KSO_WM_TEMPLATE_INDEX" val="20170302"/>
  <p:tag name="KSO_WM_UNIT_TYPE" val="l_h_i"/>
  <p:tag name="KSO_WM_UNIT_INDEX" val="1_5_2"/>
  <p:tag name="KSO_WM_UNIT_ID" val="diagram20170302_5*l_h_i*1_5_2"/>
  <p:tag name="KSO_WM_UNIT_LAYERLEVEL" val="1_1_1"/>
  <p:tag name="KSO_WM_DIAGRAM_GROUP_CODE" val="l1-1"/>
  <p:tag name="KSO_WM_UNIT_TEXT_FILL_FORE_SCHEMECOLOR_INDEX" val="14"/>
  <p:tag name="KSO_WM_UNIT_TEXT_FILL_TYPE" val="1"/>
  <p:tag name="KSO_WM_UNIT_USESOURCEFORMAT_APPLY" val="0"/>
</p:tagLst>
</file>

<file path=ppt/tags/tag82.xml><?xml version="1.0" encoding="utf-8"?>
<p:tagLst xmlns:p="http://schemas.openxmlformats.org/presentationml/2006/main">
  <p:tag name="KSO_WM_TAG_VERSION" val="1.0"/>
  <p:tag name="KSO_WM_BEAUTIFY_FLAG" val="#wm#"/>
  <p:tag name="KSO_WM_TEMPLATE_CATEGORY" val="diagram"/>
  <p:tag name="KSO_WM_TEMPLATE_INDEX" val="20170302"/>
  <p:tag name="KSO_WM_UNIT_TYPE" val="l_h_i"/>
  <p:tag name="KSO_WM_UNIT_INDEX" val="1_6_2"/>
  <p:tag name="KSO_WM_UNIT_ID" val="diagram20170302_5*l_h_i*1_6_2"/>
  <p:tag name="KSO_WM_UNIT_LAYERLEVEL" val="1_1_1"/>
  <p:tag name="KSO_WM_DIAGRAM_GROUP_CODE" val="l1-1"/>
  <p:tag name="KSO_WM_UNIT_TEXT_FILL_FORE_SCHEMECOLOR_INDEX" val="14"/>
  <p:tag name="KSO_WM_UNIT_TEXT_FILL_TYPE" val="1"/>
  <p:tag name="KSO_WM_UNIT_USESOURCEFORMAT_APPLY" val="0"/>
</p:tagLst>
</file>

<file path=ppt/tags/tag83.xml><?xml version="1.0" encoding="utf-8"?>
<p:tagLst xmlns:p="http://schemas.openxmlformats.org/presentationml/2006/main">
  <p:tag name="MH" val="20160819160041"/>
  <p:tag name="MH_LIBRARY" val="CONTENTS"/>
  <p:tag name="MH_TYPE" val="ENTRY"/>
  <p:tag name="ID" val="553524"/>
  <p:tag name="MH_ORDER" val="1"/>
  <p:tag name="KSO_WM_TAG_VERSION" val="1.0"/>
  <p:tag name="KSO_WM_BEAUTIFY_FLAG" val="#wm#"/>
  <p:tag name="KSO_WM_TEMPLATE_CATEGORY" val="diagram"/>
  <p:tag name="KSO_WM_TEMPLATE_INDEX" val="20170302"/>
  <p:tag name="KSO_WM_UNIT_TYPE" val="l_h_i"/>
  <p:tag name="KSO_WM_UNIT_INDEX" val="1_2_3"/>
  <p:tag name="KSO_WM_UNIT_ID" val="diagram20170302_5*l_h_i*1_2_3"/>
  <p:tag name="KSO_WM_UNIT_LAYERLEVEL" val="1_1_1"/>
  <p:tag name="KSO_WM_DIAGRAM_GROUP_CODE" val="l1-1"/>
  <p:tag name="KSO_WM_UNIT_LINE_FORE_SCHEMECOLOR_INDEX" val="5"/>
  <p:tag name="KSO_WM_UNIT_LINE_FILL_TYPE" val="2"/>
  <p:tag name="KSO_WM_UNIT_TEXT_FILL_FORE_SCHEMECOLOR_INDEX" val="13"/>
  <p:tag name="KSO_WM_UNIT_TEXT_FILL_TYPE" val="1"/>
  <p:tag name="KSO_WM_UNIT_USESOURCEFORMAT_APPLY" val="0"/>
</p:tagLst>
</file>

<file path=ppt/tags/tag84.xml><?xml version="1.0" encoding="utf-8"?>
<p:tagLst xmlns:p="http://schemas.openxmlformats.org/presentationml/2006/main">
  <p:tag name="MH" val="20160819160041"/>
  <p:tag name="MH_LIBRARY" val="CONTENTS"/>
  <p:tag name="MH_TYPE" val="ENTRY"/>
  <p:tag name="ID" val="553524"/>
  <p:tag name="MH_ORDER" val="1"/>
  <p:tag name="KSO_WM_TAG_VERSION" val="1.0"/>
  <p:tag name="KSO_WM_BEAUTIFY_FLAG" val="#wm#"/>
  <p:tag name="KSO_WM_TEMPLATE_CATEGORY" val="diagram"/>
  <p:tag name="KSO_WM_TEMPLATE_INDEX" val="20170302"/>
  <p:tag name="KSO_WM_UNIT_TYPE" val="l_h_i"/>
  <p:tag name="KSO_WM_UNIT_INDEX" val="1_3_3"/>
  <p:tag name="KSO_WM_UNIT_ID" val="diagram20170302_5*l_h_i*1_3_3"/>
  <p:tag name="KSO_WM_UNIT_LAYERLEVEL" val="1_1_1"/>
  <p:tag name="KSO_WM_DIAGRAM_GROUP_CODE" val="l1-1"/>
  <p:tag name="KSO_WM_UNIT_LINE_FORE_SCHEMECOLOR_INDEX" val="5"/>
  <p:tag name="KSO_WM_UNIT_LINE_FILL_TYPE" val="2"/>
  <p:tag name="KSO_WM_UNIT_TEXT_FILL_FORE_SCHEMECOLOR_INDEX" val="13"/>
  <p:tag name="KSO_WM_UNIT_TEXT_FILL_TYPE" val="1"/>
  <p:tag name="KSO_WM_UNIT_USESOURCEFORMAT_APPLY" val="0"/>
</p:tagLst>
</file>

<file path=ppt/tags/tag85.xml><?xml version="1.0" encoding="utf-8"?>
<p:tagLst xmlns:p="http://schemas.openxmlformats.org/presentationml/2006/main">
  <p:tag name="MH" val="20160819160041"/>
  <p:tag name="MH_LIBRARY" val="CONTENTS"/>
  <p:tag name="MH_TYPE" val="ENTRY"/>
  <p:tag name="ID" val="553524"/>
  <p:tag name="MH_ORDER" val="1"/>
  <p:tag name="KSO_WM_TAG_VERSION" val="1.0"/>
  <p:tag name="KSO_WM_BEAUTIFY_FLAG" val="#wm#"/>
  <p:tag name="KSO_WM_TEMPLATE_CATEGORY" val="diagram"/>
  <p:tag name="KSO_WM_TEMPLATE_INDEX" val="20170302"/>
  <p:tag name="KSO_WM_UNIT_TYPE" val="l_h_i"/>
  <p:tag name="KSO_WM_UNIT_INDEX" val="1_4_3"/>
  <p:tag name="KSO_WM_UNIT_ID" val="diagram20170302_5*l_h_i*1_4_3"/>
  <p:tag name="KSO_WM_UNIT_LAYERLEVEL" val="1_1_1"/>
  <p:tag name="KSO_WM_DIAGRAM_GROUP_CODE" val="l1-1"/>
  <p:tag name="KSO_WM_UNIT_LINE_FORE_SCHEMECOLOR_INDEX" val="5"/>
  <p:tag name="KSO_WM_UNIT_LINE_FILL_TYPE" val="2"/>
  <p:tag name="KSO_WM_UNIT_TEXT_FILL_FORE_SCHEMECOLOR_INDEX" val="13"/>
  <p:tag name="KSO_WM_UNIT_TEXT_FILL_TYPE" val="1"/>
  <p:tag name="KSO_WM_UNIT_USESOURCEFORMAT_APPLY" val="0"/>
</p:tagLst>
</file>

<file path=ppt/tags/tag86.xml><?xml version="1.0" encoding="utf-8"?>
<p:tagLst xmlns:p="http://schemas.openxmlformats.org/presentationml/2006/main">
  <p:tag name="MH" val="20160819160041"/>
  <p:tag name="MH_LIBRARY" val="CONTENTS"/>
  <p:tag name="MH_TYPE" val="ENTRY"/>
  <p:tag name="ID" val="553524"/>
  <p:tag name="MH_ORDER" val="1"/>
  <p:tag name="KSO_WM_TAG_VERSION" val="1.0"/>
  <p:tag name="KSO_WM_BEAUTIFY_FLAG" val="#wm#"/>
  <p:tag name="KSO_WM_TEMPLATE_CATEGORY" val="diagram"/>
  <p:tag name="KSO_WM_TEMPLATE_INDEX" val="20170302"/>
  <p:tag name="KSO_WM_UNIT_TYPE" val="l_h_i"/>
  <p:tag name="KSO_WM_UNIT_INDEX" val="1_5_3"/>
  <p:tag name="KSO_WM_UNIT_ID" val="diagram20170302_5*l_h_i*1_5_3"/>
  <p:tag name="KSO_WM_UNIT_LAYERLEVEL" val="1_1_1"/>
  <p:tag name="KSO_WM_DIAGRAM_GROUP_CODE" val="l1-1"/>
  <p:tag name="KSO_WM_UNIT_LINE_FORE_SCHEMECOLOR_INDEX" val="5"/>
  <p:tag name="KSO_WM_UNIT_LINE_FILL_TYPE" val="2"/>
  <p:tag name="KSO_WM_UNIT_TEXT_FILL_FORE_SCHEMECOLOR_INDEX" val="13"/>
  <p:tag name="KSO_WM_UNIT_TEXT_FILL_TYPE" val="1"/>
  <p:tag name="KSO_WM_UNIT_USESOURCEFORMAT_APPLY" val="0"/>
</p:tagLst>
</file>

<file path=ppt/tags/tag87.xml><?xml version="1.0" encoding="utf-8"?>
<p:tagLst xmlns:p="http://schemas.openxmlformats.org/presentationml/2006/main">
  <p:tag name="MH" val="20160819160041"/>
  <p:tag name="MH_LIBRARY" val="CONTENTS"/>
  <p:tag name="MH_TYPE" val="ENTRY"/>
  <p:tag name="ID" val="553524"/>
  <p:tag name="MH_ORDER" val="1"/>
  <p:tag name="KSO_WM_TAG_VERSION" val="1.0"/>
  <p:tag name="KSO_WM_BEAUTIFY_FLAG" val="#wm#"/>
  <p:tag name="KSO_WM_TEMPLATE_CATEGORY" val="diagram"/>
  <p:tag name="KSO_WM_TEMPLATE_INDEX" val="20170302"/>
  <p:tag name="KSO_WM_UNIT_TYPE" val="l_h_i"/>
  <p:tag name="KSO_WM_UNIT_INDEX" val="1_6_3"/>
  <p:tag name="KSO_WM_UNIT_ID" val="diagram20170302_5*l_h_i*1_6_3"/>
  <p:tag name="KSO_WM_UNIT_LAYERLEVEL" val="1_1_1"/>
  <p:tag name="KSO_WM_DIAGRAM_GROUP_CODE" val="l1-1"/>
  <p:tag name="KSO_WM_UNIT_LINE_FORE_SCHEMECOLOR_INDEX" val="5"/>
  <p:tag name="KSO_WM_UNIT_LINE_FILL_TYPE" val="2"/>
  <p:tag name="KSO_WM_UNIT_TEXT_FILL_FORE_SCHEMECOLOR_INDEX" val="13"/>
  <p:tag name="KSO_WM_UNIT_TEXT_FILL_TYPE" val="1"/>
  <p:tag name="KSO_WM_UNIT_USESOURCEFORMAT_APPLY" val="0"/>
</p:tagLst>
</file>

<file path=ppt/tags/tag88.xml><?xml version="1.0" encoding="utf-8"?>
<p:tagLst xmlns:p="http://schemas.openxmlformats.org/presentationml/2006/main">
  <p:tag name="KSO_WM_TAG_VERSION" val="1.0"/>
  <p:tag name="KSO_WM_BEAUTIFY_FLAG" val="#wm#"/>
  <p:tag name="KSO_WM_TEMPLATE_CATEGORY" val="diagram"/>
  <p:tag name="KSO_WM_TEMPLATE_INDEX" val="20170302"/>
  <p:tag name="KSO_WM_UNIT_TYPE" val="l_h_f"/>
  <p:tag name="KSO_WM_UNIT_INDEX" val="1_1_1"/>
  <p:tag name="KSO_WM_UNIT_LAYERLEVEL" val="1_1_1"/>
  <p:tag name="KSO_WM_UNIT_VALUE" val="18"/>
  <p:tag name="KSO_WM_UNIT_HIGHLIGHT" val="0"/>
  <p:tag name="KSO_WM_UNIT_COMPATIBLE" val="0"/>
  <p:tag name="KSO_WM_UNIT_CLEAR" val="0"/>
  <p:tag name="KSO_WM_UNIT_PRESET_TEXT_INDEX" val="3"/>
  <p:tag name="KSO_WM_UNIT_PRESET_TEXT_LEN" val="17"/>
  <p:tag name="KSO_WM_DIAGRAM_GROUP_CODE" val="l1-1"/>
  <p:tag name="KSO_WM_UNIT_ID" val="diagram20170302_5*l_h_f*1_1_1"/>
  <p:tag name="KSO_WM_UNIT_TEXT_FILL_FORE_SCHEMECOLOR_INDEX" val="13"/>
  <p:tag name="KSO_WM_UNIT_TEXT_FILL_TYPE" val="1"/>
  <p:tag name="KSO_WM_UNIT_USESOURCEFORMAT_APPLY" val="0"/>
</p:tagLst>
</file>

<file path=ppt/tags/tag89.xml><?xml version="1.0" encoding="utf-8"?>
<p:tagLst xmlns:p="http://schemas.openxmlformats.org/presentationml/2006/main">
  <p:tag name="KSO_WM_TAG_VERSION" val="1.0"/>
  <p:tag name="KSO_WM_BEAUTIFY_FLAG" val="#wm#"/>
  <p:tag name="KSO_WM_TEMPLATE_CATEGORY" val="diagram"/>
  <p:tag name="KSO_WM_TEMPLATE_INDEX" val="20170302"/>
  <p:tag name="KSO_WM_UNIT_TYPE" val="l_h_f"/>
  <p:tag name="KSO_WM_UNIT_INDEX" val="1_2_1"/>
  <p:tag name="KSO_WM_UNIT_LAYERLEVEL" val="1_1_1"/>
  <p:tag name="KSO_WM_UNIT_VALUE" val="18"/>
  <p:tag name="KSO_WM_UNIT_HIGHLIGHT" val="0"/>
  <p:tag name="KSO_WM_UNIT_COMPATIBLE" val="0"/>
  <p:tag name="KSO_WM_UNIT_CLEAR" val="0"/>
  <p:tag name="KSO_WM_UNIT_PRESET_TEXT_INDEX" val="3"/>
  <p:tag name="KSO_WM_UNIT_PRESET_TEXT_LEN" val="17"/>
  <p:tag name="KSO_WM_DIAGRAM_GROUP_CODE" val="l1-1"/>
  <p:tag name="KSO_WM_UNIT_ID" val="diagram20170302_5*l_h_f*1_2_1"/>
  <p:tag name="KSO_WM_UNIT_TEXT_FILL_FORE_SCHEMECOLOR_INDEX" val="13"/>
  <p:tag name="KSO_WM_UNIT_TEXT_FILL_TYPE" val="1"/>
  <p:tag name="KSO_WM_UNIT_USESOURCEFORMAT_APPLY" val="0"/>
</p:tagLst>
</file>

<file path=ppt/tags/tag90.xml><?xml version="1.0" encoding="utf-8"?>
<p:tagLst xmlns:p="http://schemas.openxmlformats.org/presentationml/2006/main">
  <p:tag name="KSO_WM_TAG_VERSION" val="1.0"/>
  <p:tag name="KSO_WM_BEAUTIFY_FLAG" val="#wm#"/>
  <p:tag name="KSO_WM_TEMPLATE_CATEGORY" val="diagram"/>
  <p:tag name="KSO_WM_TEMPLATE_INDEX" val="20170302"/>
  <p:tag name="KSO_WM_UNIT_TYPE" val="l_h_f"/>
  <p:tag name="KSO_WM_UNIT_INDEX" val="1_3_1"/>
  <p:tag name="KSO_WM_UNIT_LAYERLEVEL" val="1_1_1"/>
  <p:tag name="KSO_WM_UNIT_VALUE" val="18"/>
  <p:tag name="KSO_WM_UNIT_HIGHLIGHT" val="0"/>
  <p:tag name="KSO_WM_UNIT_COMPATIBLE" val="0"/>
  <p:tag name="KSO_WM_UNIT_CLEAR" val="0"/>
  <p:tag name="KSO_WM_UNIT_PRESET_TEXT_INDEX" val="3"/>
  <p:tag name="KSO_WM_UNIT_PRESET_TEXT_LEN" val="17"/>
  <p:tag name="KSO_WM_DIAGRAM_GROUP_CODE" val="l1-1"/>
  <p:tag name="KSO_WM_UNIT_ID" val="diagram20170302_5*l_h_f*1_3_1"/>
  <p:tag name="KSO_WM_UNIT_TEXT_FILL_FORE_SCHEMECOLOR_INDEX" val="13"/>
  <p:tag name="KSO_WM_UNIT_TEXT_FILL_TYPE" val="1"/>
  <p:tag name="KSO_WM_UNIT_USESOURCEFORMAT_APPLY" val="0"/>
</p:tagLst>
</file>

<file path=ppt/tags/tag91.xml><?xml version="1.0" encoding="utf-8"?>
<p:tagLst xmlns:p="http://schemas.openxmlformats.org/presentationml/2006/main">
  <p:tag name="KSO_WM_TAG_VERSION" val="1.0"/>
  <p:tag name="KSO_WM_BEAUTIFY_FLAG" val="#wm#"/>
  <p:tag name="KSO_WM_TEMPLATE_CATEGORY" val="diagram"/>
  <p:tag name="KSO_WM_TEMPLATE_INDEX" val="20170302"/>
  <p:tag name="KSO_WM_UNIT_TYPE" val="l_h_f"/>
  <p:tag name="KSO_WM_UNIT_INDEX" val="1_4_1"/>
  <p:tag name="KSO_WM_UNIT_LAYERLEVEL" val="1_1_1"/>
  <p:tag name="KSO_WM_UNIT_VALUE" val="18"/>
  <p:tag name="KSO_WM_UNIT_HIGHLIGHT" val="0"/>
  <p:tag name="KSO_WM_UNIT_COMPATIBLE" val="0"/>
  <p:tag name="KSO_WM_UNIT_CLEAR" val="0"/>
  <p:tag name="KSO_WM_UNIT_PRESET_TEXT_INDEX" val="3"/>
  <p:tag name="KSO_WM_UNIT_PRESET_TEXT_LEN" val="17"/>
  <p:tag name="KSO_WM_DIAGRAM_GROUP_CODE" val="l1-1"/>
  <p:tag name="KSO_WM_UNIT_ID" val="diagram20170302_5*l_h_f*1_4_1"/>
  <p:tag name="KSO_WM_UNIT_TEXT_FILL_FORE_SCHEMECOLOR_INDEX" val="13"/>
  <p:tag name="KSO_WM_UNIT_TEXT_FILL_TYPE" val="1"/>
  <p:tag name="KSO_WM_UNIT_USESOURCEFORMAT_APPLY" val="0"/>
</p:tagLst>
</file>

<file path=ppt/tags/tag92.xml><?xml version="1.0" encoding="utf-8"?>
<p:tagLst xmlns:p="http://schemas.openxmlformats.org/presentationml/2006/main">
  <p:tag name="KSO_WM_TAG_VERSION" val="1.0"/>
  <p:tag name="KSO_WM_BEAUTIFY_FLAG" val="#wm#"/>
  <p:tag name="KSO_WM_TEMPLATE_CATEGORY" val="diagram"/>
  <p:tag name="KSO_WM_TEMPLATE_INDEX" val="20170302"/>
  <p:tag name="KSO_WM_UNIT_TYPE" val="l_h_f"/>
  <p:tag name="KSO_WM_UNIT_INDEX" val="1_5_1"/>
  <p:tag name="KSO_WM_UNIT_LAYERLEVEL" val="1_1_1"/>
  <p:tag name="KSO_WM_UNIT_VALUE" val="18"/>
  <p:tag name="KSO_WM_UNIT_HIGHLIGHT" val="0"/>
  <p:tag name="KSO_WM_UNIT_COMPATIBLE" val="0"/>
  <p:tag name="KSO_WM_UNIT_CLEAR" val="0"/>
  <p:tag name="KSO_WM_UNIT_PRESET_TEXT_INDEX" val="3"/>
  <p:tag name="KSO_WM_UNIT_PRESET_TEXT_LEN" val="17"/>
  <p:tag name="KSO_WM_DIAGRAM_GROUP_CODE" val="l1-1"/>
  <p:tag name="KSO_WM_UNIT_ID" val="diagram20170302_5*l_h_f*1_5_1"/>
  <p:tag name="KSO_WM_UNIT_TEXT_FILL_FORE_SCHEMECOLOR_INDEX" val="13"/>
  <p:tag name="KSO_WM_UNIT_TEXT_FILL_TYPE" val="1"/>
  <p:tag name="KSO_WM_UNIT_USESOURCEFORMAT_APPLY" val="0"/>
</p:tagLst>
</file>

<file path=ppt/tags/tag93.xml><?xml version="1.0" encoding="utf-8"?>
<p:tagLst xmlns:p="http://schemas.openxmlformats.org/presentationml/2006/main">
  <p:tag name="KSO_WM_TAG_VERSION" val="1.0"/>
  <p:tag name="KSO_WM_BEAUTIFY_FLAG" val="#wm#"/>
  <p:tag name="KSO_WM_TEMPLATE_CATEGORY" val="diagram"/>
  <p:tag name="KSO_WM_TEMPLATE_INDEX" val="20170302"/>
  <p:tag name="KSO_WM_UNIT_TYPE" val="l_h_f"/>
  <p:tag name="KSO_WM_UNIT_INDEX" val="1_6_1"/>
  <p:tag name="KSO_WM_UNIT_LAYERLEVEL" val="1_1_1"/>
  <p:tag name="KSO_WM_UNIT_VALUE" val="18"/>
  <p:tag name="KSO_WM_UNIT_HIGHLIGHT" val="0"/>
  <p:tag name="KSO_WM_UNIT_COMPATIBLE" val="0"/>
  <p:tag name="KSO_WM_UNIT_CLEAR" val="0"/>
  <p:tag name="KSO_WM_UNIT_PRESET_TEXT_INDEX" val="3"/>
  <p:tag name="KSO_WM_UNIT_PRESET_TEXT_LEN" val="17"/>
  <p:tag name="KSO_WM_DIAGRAM_GROUP_CODE" val="l1-1"/>
  <p:tag name="KSO_WM_UNIT_ID" val="diagram20170302_5*l_h_f*1_6_1"/>
  <p:tag name="KSO_WM_UNIT_TEXT_FILL_FORE_SCHEMECOLOR_INDEX" val="13"/>
  <p:tag name="KSO_WM_UNIT_TEXT_FILL_TYPE" val="1"/>
  <p:tag name="KSO_WM_UNIT_USESOURCEFORMAT_APPLY" val="0"/>
</p:tagLst>
</file>

<file path=ppt/tags/tag94.xml><?xml version="1.0" encoding="utf-8"?>
<p:tagLst xmlns:p="http://schemas.openxmlformats.org/presentationml/2006/main">
  <p:tag name="KSO_WM_UNIT_PLACING_PICTURE_USER_VIEWPORT" val="{&quot;height&quot;:11760,&quot;width&quot;:11250}"/>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PP_MARK_KEY" val="09d696da-7f8b-46a4-aff3-ec724334b4eb"/>
  <p:tag name="COMMONDATA" val="eyJjb3VudCI6MTAsImhkaWQiOiJiYjczYWI3NzdhODRmODY5ODY0NTEyYzBlZDc2OTI0MyIsInVzZXJDb3VudCI6Mn0="/>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2110</Words>
  <Application>WPS 演示</Application>
  <PresentationFormat>宽屏</PresentationFormat>
  <Paragraphs>132</Paragraphs>
  <Slides>12</Slides>
  <Notes>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12</vt:i4>
      </vt:variant>
    </vt:vector>
  </HeadingPairs>
  <TitlesOfParts>
    <vt:vector size="23" baseType="lpstr">
      <vt:lpstr>Arial</vt:lpstr>
      <vt:lpstr>宋体</vt:lpstr>
      <vt:lpstr>Wingdings</vt:lpstr>
      <vt:lpstr>微软雅黑</vt:lpstr>
      <vt:lpstr>楷体</vt:lpstr>
      <vt:lpstr>仿宋_GB2312</vt:lpstr>
      <vt:lpstr>仿宋</vt:lpstr>
      <vt:lpstr>Times New Roman</vt:lpstr>
      <vt:lpstr>幼圆</vt:lpstr>
      <vt:lpstr>Arial Unicode MS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罗志铭</cp:lastModifiedBy>
  <cp:revision>40</cp:revision>
  <dcterms:created xsi:type="dcterms:W3CDTF">2019-06-19T02:08:00Z</dcterms:created>
  <dcterms:modified xsi:type="dcterms:W3CDTF">2026-05-14T06:21:18Z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2052-12.1.0.16729</vt:lpwstr>
  </property>
  <property fmtid="{D5CDD505-2E9C-101B-9397-08002B2CF9AE}" pid="3" name="KSOTemplateUUID">
    <vt:lpwstr>v1.0_mb_WY5uvSaf6Tmsw7hLgSpV7A==</vt:lpwstr>
  </property>
  <property fmtid="{D5CDD505-2E9C-101B-9397-08002B2CF9AE}" pid="4" name="ICV">
    <vt:lpwstr>9B08F3C32ECE437A8B39AEC5AD9355F1_13</vt:lpwstr>
  </property>
</Properties>
</file>